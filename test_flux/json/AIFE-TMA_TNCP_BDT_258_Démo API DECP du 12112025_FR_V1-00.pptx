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7" r:id="rId4"/>
    <p:sldMasterId id="2147483843" r:id="rId5"/>
  </p:sldMasterIdLst>
  <p:notesMasterIdLst>
    <p:notesMasterId r:id="rId16"/>
  </p:notesMasterIdLst>
  <p:handoutMasterIdLst>
    <p:handoutMasterId r:id="rId17"/>
  </p:handoutMasterIdLst>
  <p:sldIdLst>
    <p:sldId id="2134392490" r:id="rId6"/>
    <p:sldId id="478" r:id="rId7"/>
    <p:sldId id="2134392568" r:id="rId8"/>
    <p:sldId id="2134392576" r:id="rId9"/>
    <p:sldId id="2134392577" r:id="rId10"/>
    <p:sldId id="2134392578" r:id="rId11"/>
    <p:sldId id="2134392579" r:id="rId12"/>
    <p:sldId id="2134392582" r:id="rId13"/>
    <p:sldId id="2134392581" r:id="rId14"/>
    <p:sldId id="2134392580" r:id="rId15"/>
  </p:sldIdLst>
  <p:sldSz cx="12192000" cy="6858000"/>
  <p:notesSz cx="6858000" cy="9144000"/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22"/>
    <a:srgbClr val="F2F2F2"/>
    <a:srgbClr val="B51AA6"/>
    <a:srgbClr val="4261E5"/>
    <a:srgbClr val="3C3C3C"/>
    <a:srgbClr val="730DB8"/>
    <a:srgbClr val="00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026" autoAdjust="0"/>
  </p:normalViewPr>
  <p:slideViewPr>
    <p:cSldViewPr snapToGrid="0">
      <p:cViewPr>
        <p:scale>
          <a:sx n="100" d="100"/>
          <a:sy n="100" d="100"/>
        </p:scale>
        <p:origin x="954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88F0475-41BE-496B-9269-11F497030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F86F42-1DB2-E982-EF11-19D495E4BB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D199E-0056-4950-89F4-4A39751ACE3F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9CB0CD-2C73-7791-90B5-623C7F6D55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FD10DF-3533-3935-4586-0D36DDA795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7A604-393C-4766-92F6-B24A7EF09C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97724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12/11/2025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902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Agence pour l'informatique financière de l'Etat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6579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7581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857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371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66C2-226E-F52C-AB3D-1E9C1D02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72135DC-F29D-D568-7EF5-4C96D42B3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5857F42-F5EC-3E18-36C4-50BAA4F73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93AD70-B1EB-5B48-FBA4-E6DCF5D72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7634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424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536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fond ble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3A78CF-860F-D254-E2E7-AF8BC2610D5B}"/>
              </a:ext>
            </a:extLst>
          </p:cNvPr>
          <p:cNvSpPr/>
          <p:nvPr userDrawn="1"/>
        </p:nvSpPr>
        <p:spPr bwMode="gray">
          <a:xfrm>
            <a:off x="-24680" y="-27384"/>
            <a:ext cx="12216680" cy="6885384"/>
          </a:xfrm>
          <a:prstGeom prst="rect">
            <a:avLst/>
          </a:prstGeom>
          <a:gradFill flip="none" rotWithShape="1">
            <a:gsLst>
              <a:gs pos="89000">
                <a:schemeClr val="accent6"/>
              </a:gs>
              <a:gs pos="18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4B8C2-6D92-EDDC-C686-32F889E4A350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03428" y="3949390"/>
            <a:ext cx="7818622" cy="720000"/>
          </a:xfrm>
        </p:spPr>
        <p:txBody>
          <a:bodyPr/>
          <a:lstStyle>
            <a:lvl1pPr marL="0" indent="0" algn="l">
              <a:lnSpc>
                <a:spcPct val="98000"/>
              </a:lnSpc>
              <a:spcAft>
                <a:spcPts val="0"/>
              </a:spcAft>
              <a:buNone/>
              <a:defRPr sz="1850" spc="0" baseline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Sous-titre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/>
              <a:t>Démonstration 1 | AIFE - Données essentielles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3503428" y="2349452"/>
            <a:ext cx="7818622" cy="1440000"/>
          </a:xfrm>
        </p:spPr>
        <p:txBody>
          <a:bodyPr/>
          <a:lstStyle>
            <a:lvl1pPr>
              <a:lnSpc>
                <a:spcPct val="96000"/>
              </a:lnSpc>
              <a:defRPr sz="3350" spc="-7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5BE03A5D-42CD-EA70-973A-B96C6CCE95B3}"/>
              </a:ext>
            </a:extLst>
          </p:cNvPr>
          <p:cNvSpPr/>
          <p:nvPr/>
        </p:nvSpPr>
        <p:spPr bwMode="gray">
          <a:xfrm>
            <a:off x="694737" y="84976"/>
            <a:ext cx="8059921" cy="2433989"/>
          </a:xfrm>
          <a:custGeom>
            <a:avLst/>
            <a:gdLst>
              <a:gd name="connsiteX0" fmla="*/ 0 w 8059921"/>
              <a:gd name="connsiteY0" fmla="*/ 0 h 2433989"/>
              <a:gd name="connsiteX1" fmla="*/ 8059922 w 8059921"/>
              <a:gd name="connsiteY1" fmla="*/ 0 h 2433989"/>
              <a:gd name="connsiteX2" fmla="*/ 8059922 w 8059921"/>
              <a:gd name="connsiteY2" fmla="*/ 2433990 h 2433989"/>
              <a:gd name="connsiteX3" fmla="*/ 0 w 8059921"/>
              <a:gd name="connsiteY3" fmla="*/ 2433990 h 2433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59921" h="2433989">
                <a:moveTo>
                  <a:pt x="0" y="0"/>
                </a:moveTo>
                <a:lnTo>
                  <a:pt x="8059922" y="0"/>
                </a:lnTo>
                <a:lnTo>
                  <a:pt x="8059922" y="2433990"/>
                </a:lnTo>
                <a:lnTo>
                  <a:pt x="0" y="2433990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7E6A32F-57CA-1943-40E0-323107426082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573200" y="1357684"/>
            <a:ext cx="4500000" cy="893817"/>
            <a:chOff x="1214773" y="604593"/>
            <a:chExt cx="7019858" cy="1394326"/>
          </a:xfrm>
        </p:grpSpPr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B86823EC-734A-3D0F-B2EA-F3B28B748B31}"/>
                </a:ext>
              </a:extLst>
            </p:cNvPr>
            <p:cNvSpPr/>
            <p:nvPr/>
          </p:nvSpPr>
          <p:spPr bwMode="gray">
            <a:xfrm>
              <a:off x="1903249" y="616918"/>
              <a:ext cx="2173948" cy="1089821"/>
            </a:xfrm>
            <a:custGeom>
              <a:avLst/>
              <a:gdLst>
                <a:gd name="connsiteX0" fmla="*/ 919096 w 2173948"/>
                <a:gd name="connsiteY0" fmla="*/ 2334 h 1089821"/>
                <a:gd name="connsiteX1" fmla="*/ 822217 w 2173948"/>
                <a:gd name="connsiteY1" fmla="*/ 225914 h 1089821"/>
                <a:gd name="connsiteX2" fmla="*/ 742388 w 2173948"/>
                <a:gd name="connsiteY2" fmla="*/ 287141 h 1089821"/>
                <a:gd name="connsiteX3" fmla="*/ 686972 w 2173948"/>
                <a:gd name="connsiteY3" fmla="*/ 268148 h 1089821"/>
                <a:gd name="connsiteX4" fmla="*/ 706346 w 2173948"/>
                <a:gd name="connsiteY4" fmla="*/ 232496 h 1089821"/>
                <a:gd name="connsiteX5" fmla="*/ 741998 w 2173948"/>
                <a:gd name="connsiteY5" fmla="*/ 246840 h 1089821"/>
                <a:gd name="connsiteX6" fmla="*/ 778421 w 2173948"/>
                <a:gd name="connsiteY6" fmla="*/ 218161 h 1089821"/>
                <a:gd name="connsiteX7" fmla="*/ 781907 w 2173948"/>
                <a:gd name="connsiteY7" fmla="*/ 210026 h 1089821"/>
                <a:gd name="connsiteX8" fmla="*/ 691620 w 2173948"/>
                <a:gd name="connsiteY8" fmla="*/ 2324 h 1089821"/>
                <a:gd name="connsiteX9" fmla="*/ 741998 w 2173948"/>
                <a:gd name="connsiteY9" fmla="*/ 2324 h 1089821"/>
                <a:gd name="connsiteX10" fmla="*/ 807101 w 2173948"/>
                <a:gd name="connsiteY10" fmla="*/ 155391 h 1089821"/>
                <a:gd name="connsiteX11" fmla="*/ 872595 w 2173948"/>
                <a:gd name="connsiteY11" fmla="*/ 2324 h 1089821"/>
                <a:gd name="connsiteX12" fmla="*/ 919096 w 2173948"/>
                <a:gd name="connsiteY12" fmla="*/ 2324 h 1089821"/>
                <a:gd name="connsiteX13" fmla="*/ 929040 w 2173948"/>
                <a:gd name="connsiteY13" fmla="*/ 105794 h 1089821"/>
                <a:gd name="connsiteX14" fmla="*/ 1039092 w 2173948"/>
                <a:gd name="connsiteY14" fmla="*/ 0 h 1089821"/>
                <a:gd name="connsiteX15" fmla="*/ 1149534 w 2173948"/>
                <a:gd name="connsiteY15" fmla="*/ 105794 h 1089821"/>
                <a:gd name="connsiteX16" fmla="*/ 1039092 w 2173948"/>
                <a:gd name="connsiteY16" fmla="*/ 211969 h 1089821"/>
                <a:gd name="connsiteX17" fmla="*/ 929040 w 2173948"/>
                <a:gd name="connsiteY17" fmla="*/ 105794 h 1089821"/>
                <a:gd name="connsiteX18" fmla="*/ 1100700 w 2173948"/>
                <a:gd name="connsiteY18" fmla="*/ 105794 h 1089821"/>
                <a:gd name="connsiteX19" fmla="*/ 1039092 w 2173948"/>
                <a:gd name="connsiteY19" fmla="*/ 41081 h 1089821"/>
                <a:gd name="connsiteX20" fmla="*/ 977865 w 2173948"/>
                <a:gd name="connsiteY20" fmla="*/ 105794 h 1089821"/>
                <a:gd name="connsiteX21" fmla="*/ 1039092 w 2173948"/>
                <a:gd name="connsiteY21" fmla="*/ 170507 h 1089821"/>
                <a:gd name="connsiteX22" fmla="*/ 1100700 w 2173948"/>
                <a:gd name="connsiteY22" fmla="*/ 105794 h 1089821"/>
                <a:gd name="connsiteX23" fmla="*/ 1387612 w 2173948"/>
                <a:gd name="connsiteY23" fmla="*/ 2334 h 1089821"/>
                <a:gd name="connsiteX24" fmla="*/ 1387612 w 2173948"/>
                <a:gd name="connsiteY24" fmla="*/ 209264 h 1089821"/>
                <a:gd name="connsiteX25" fmla="*/ 1341501 w 2173948"/>
                <a:gd name="connsiteY25" fmla="*/ 209264 h 1089821"/>
                <a:gd name="connsiteX26" fmla="*/ 1341501 w 2173948"/>
                <a:gd name="connsiteY26" fmla="*/ 182909 h 1089821"/>
                <a:gd name="connsiteX27" fmla="*/ 1274855 w 2173948"/>
                <a:gd name="connsiteY27" fmla="*/ 211969 h 1089821"/>
                <a:gd name="connsiteX28" fmla="*/ 1185729 w 2173948"/>
                <a:gd name="connsiteY28" fmla="*/ 120520 h 1089821"/>
                <a:gd name="connsiteX29" fmla="*/ 1185729 w 2173948"/>
                <a:gd name="connsiteY29" fmla="*/ 2334 h 1089821"/>
                <a:gd name="connsiteX30" fmla="*/ 1234164 w 2173948"/>
                <a:gd name="connsiteY30" fmla="*/ 2334 h 1089821"/>
                <a:gd name="connsiteX31" fmla="*/ 1234164 w 2173948"/>
                <a:gd name="connsiteY31" fmla="*/ 113929 h 1089821"/>
                <a:gd name="connsiteX32" fmla="*/ 1282598 w 2173948"/>
                <a:gd name="connsiteY32" fmla="*/ 169345 h 1089821"/>
                <a:gd name="connsiteX33" fmla="*/ 1339177 w 2173948"/>
                <a:gd name="connsiteY33" fmla="*/ 106956 h 1089821"/>
                <a:gd name="connsiteX34" fmla="*/ 1339177 w 2173948"/>
                <a:gd name="connsiteY34" fmla="*/ 2334 h 1089821"/>
                <a:gd name="connsiteX35" fmla="*/ 1387612 w 2173948"/>
                <a:gd name="connsiteY35" fmla="*/ 2334 h 1089821"/>
                <a:gd name="connsiteX36" fmla="*/ 1555404 w 2173948"/>
                <a:gd name="connsiteY36" fmla="*/ 10 h 1089821"/>
                <a:gd name="connsiteX37" fmla="*/ 1555404 w 2173948"/>
                <a:gd name="connsiteY37" fmla="*/ 46120 h 1089821"/>
                <a:gd name="connsiteX38" fmla="*/ 1544164 w 2173948"/>
                <a:gd name="connsiteY38" fmla="*/ 44958 h 1089821"/>
                <a:gd name="connsiteX39" fmla="*/ 1484100 w 2173948"/>
                <a:gd name="connsiteY39" fmla="*/ 108899 h 1089821"/>
                <a:gd name="connsiteX40" fmla="*/ 1484100 w 2173948"/>
                <a:gd name="connsiteY40" fmla="*/ 209264 h 1089821"/>
                <a:gd name="connsiteX41" fmla="*/ 1435665 w 2173948"/>
                <a:gd name="connsiteY41" fmla="*/ 209264 h 1089821"/>
                <a:gd name="connsiteX42" fmla="*/ 1435665 w 2173948"/>
                <a:gd name="connsiteY42" fmla="*/ 2334 h 1089821"/>
                <a:gd name="connsiteX43" fmla="*/ 1481785 w 2173948"/>
                <a:gd name="connsiteY43" fmla="*/ 2334 h 1089821"/>
                <a:gd name="connsiteX44" fmla="*/ 1481785 w 2173948"/>
                <a:gd name="connsiteY44" fmla="*/ 32556 h 1089821"/>
                <a:gd name="connsiteX45" fmla="*/ 1555413 w 2173948"/>
                <a:gd name="connsiteY45" fmla="*/ 10 h 1089821"/>
                <a:gd name="connsiteX46" fmla="*/ 203825 w 2173948"/>
                <a:gd name="connsiteY46" fmla="*/ 493376 h 1089821"/>
                <a:gd name="connsiteX47" fmla="*/ 203825 w 2173948"/>
                <a:gd name="connsiteY47" fmla="*/ 611953 h 1089821"/>
                <a:gd name="connsiteX48" fmla="*/ 155391 w 2173948"/>
                <a:gd name="connsiteY48" fmla="*/ 611953 h 1089821"/>
                <a:gd name="connsiteX49" fmla="*/ 155391 w 2173948"/>
                <a:gd name="connsiteY49" fmla="*/ 499577 h 1089821"/>
                <a:gd name="connsiteX50" fmla="*/ 106175 w 2173948"/>
                <a:gd name="connsiteY50" fmla="*/ 444941 h 1089821"/>
                <a:gd name="connsiteX51" fmla="*/ 48435 w 2173948"/>
                <a:gd name="connsiteY51" fmla="*/ 507330 h 1089821"/>
                <a:gd name="connsiteX52" fmla="*/ 48435 w 2173948"/>
                <a:gd name="connsiteY52" fmla="*/ 611953 h 1089821"/>
                <a:gd name="connsiteX53" fmla="*/ 0 w 2173948"/>
                <a:gd name="connsiteY53" fmla="*/ 611953 h 1089821"/>
                <a:gd name="connsiteX54" fmla="*/ 0 w 2173948"/>
                <a:gd name="connsiteY54" fmla="*/ 324421 h 1089821"/>
                <a:gd name="connsiteX55" fmla="*/ 48435 w 2173948"/>
                <a:gd name="connsiteY55" fmla="*/ 324421 h 1089821"/>
                <a:gd name="connsiteX56" fmla="*/ 48435 w 2173948"/>
                <a:gd name="connsiteY56" fmla="*/ 429044 h 1089821"/>
                <a:gd name="connsiteX57" fmla="*/ 117415 w 2173948"/>
                <a:gd name="connsiteY57" fmla="*/ 402698 h 1089821"/>
                <a:gd name="connsiteX58" fmla="*/ 203825 w 2173948"/>
                <a:gd name="connsiteY58" fmla="*/ 493376 h 1089821"/>
                <a:gd name="connsiteX59" fmla="*/ 241192 w 2173948"/>
                <a:gd name="connsiteY59" fmla="*/ 341862 h 1089821"/>
                <a:gd name="connsiteX60" fmla="*/ 272196 w 2173948"/>
                <a:gd name="connsiteY60" fmla="*/ 312801 h 1089821"/>
                <a:gd name="connsiteX61" fmla="*/ 303190 w 2173948"/>
                <a:gd name="connsiteY61" fmla="*/ 340700 h 1089821"/>
                <a:gd name="connsiteX62" fmla="*/ 272196 w 2173948"/>
                <a:gd name="connsiteY62" fmla="*/ 370923 h 1089821"/>
                <a:gd name="connsiteX63" fmla="*/ 241192 w 2173948"/>
                <a:gd name="connsiteY63" fmla="*/ 341862 h 1089821"/>
                <a:gd name="connsiteX64" fmla="*/ 247783 w 2173948"/>
                <a:gd name="connsiteY64" fmla="*/ 405022 h 1089821"/>
                <a:gd name="connsiteX65" fmla="*/ 296218 w 2173948"/>
                <a:gd name="connsiteY65" fmla="*/ 405022 h 1089821"/>
                <a:gd name="connsiteX66" fmla="*/ 296218 w 2173948"/>
                <a:gd name="connsiteY66" fmla="*/ 611953 h 1089821"/>
                <a:gd name="connsiteX67" fmla="*/ 247783 w 2173948"/>
                <a:gd name="connsiteY67" fmla="*/ 611953 h 1089821"/>
                <a:gd name="connsiteX68" fmla="*/ 247783 w 2173948"/>
                <a:gd name="connsiteY68" fmla="*/ 405022 h 1089821"/>
                <a:gd name="connsiteX69" fmla="*/ 559613 w 2173948"/>
                <a:gd name="connsiteY69" fmla="*/ 405022 h 1089821"/>
                <a:gd name="connsiteX70" fmla="*/ 559613 w 2173948"/>
                <a:gd name="connsiteY70" fmla="*/ 580558 h 1089821"/>
                <a:gd name="connsiteX71" fmla="*/ 448008 w 2173948"/>
                <a:gd name="connsiteY71" fmla="*/ 689829 h 1089821"/>
                <a:gd name="connsiteX72" fmla="*/ 347262 w 2173948"/>
                <a:gd name="connsiteY72" fmla="*/ 660387 h 1089821"/>
                <a:gd name="connsiteX73" fmla="*/ 368960 w 2173948"/>
                <a:gd name="connsiteY73" fmla="*/ 623954 h 1089821"/>
                <a:gd name="connsiteX74" fmla="*/ 445294 w 2173948"/>
                <a:gd name="connsiteY74" fmla="*/ 648757 h 1089821"/>
                <a:gd name="connsiteX75" fmla="*/ 511169 w 2173948"/>
                <a:gd name="connsiteY75" fmla="*/ 585988 h 1089821"/>
                <a:gd name="connsiteX76" fmla="*/ 511169 w 2173948"/>
                <a:gd name="connsiteY76" fmla="*/ 575139 h 1089821"/>
                <a:gd name="connsiteX77" fmla="*/ 441808 w 2173948"/>
                <a:gd name="connsiteY77" fmla="*/ 602647 h 1089821"/>
                <a:gd name="connsiteX78" fmla="*/ 337185 w 2173948"/>
                <a:gd name="connsiteY78" fmla="*/ 502282 h 1089821"/>
                <a:gd name="connsiteX79" fmla="*/ 441808 w 2173948"/>
                <a:gd name="connsiteY79" fmla="*/ 402698 h 1089821"/>
                <a:gd name="connsiteX80" fmla="*/ 513493 w 2173948"/>
                <a:gd name="connsiteY80" fmla="*/ 432540 h 1089821"/>
                <a:gd name="connsiteX81" fmla="*/ 513493 w 2173948"/>
                <a:gd name="connsiteY81" fmla="*/ 405022 h 1089821"/>
                <a:gd name="connsiteX82" fmla="*/ 559603 w 2173948"/>
                <a:gd name="connsiteY82" fmla="*/ 405022 h 1089821"/>
                <a:gd name="connsiteX83" fmla="*/ 511950 w 2173948"/>
                <a:gd name="connsiteY83" fmla="*/ 502282 h 1089821"/>
                <a:gd name="connsiteX84" fmla="*/ 449170 w 2173948"/>
                <a:gd name="connsiteY84" fmla="*/ 443770 h 1089821"/>
                <a:gd name="connsiteX85" fmla="*/ 386010 w 2173948"/>
                <a:gd name="connsiteY85" fmla="*/ 502282 h 1089821"/>
                <a:gd name="connsiteX86" fmla="*/ 449170 w 2173948"/>
                <a:gd name="connsiteY86" fmla="*/ 561565 h 1089821"/>
                <a:gd name="connsiteX87" fmla="*/ 511950 w 2173948"/>
                <a:gd name="connsiteY87" fmla="*/ 502282 h 1089821"/>
                <a:gd name="connsiteX88" fmla="*/ 814454 w 2173948"/>
                <a:gd name="connsiteY88" fmla="*/ 493376 h 1089821"/>
                <a:gd name="connsiteX89" fmla="*/ 814454 w 2173948"/>
                <a:gd name="connsiteY89" fmla="*/ 611953 h 1089821"/>
                <a:gd name="connsiteX90" fmla="*/ 766020 w 2173948"/>
                <a:gd name="connsiteY90" fmla="*/ 611953 h 1089821"/>
                <a:gd name="connsiteX91" fmla="*/ 766020 w 2173948"/>
                <a:gd name="connsiteY91" fmla="*/ 499577 h 1089821"/>
                <a:gd name="connsiteX92" fmla="*/ 716804 w 2173948"/>
                <a:gd name="connsiteY92" fmla="*/ 444941 h 1089821"/>
                <a:gd name="connsiteX93" fmla="*/ 659063 w 2173948"/>
                <a:gd name="connsiteY93" fmla="*/ 507330 h 1089821"/>
                <a:gd name="connsiteX94" fmla="*/ 659063 w 2173948"/>
                <a:gd name="connsiteY94" fmla="*/ 611953 h 1089821"/>
                <a:gd name="connsiteX95" fmla="*/ 610629 w 2173948"/>
                <a:gd name="connsiteY95" fmla="*/ 611953 h 1089821"/>
                <a:gd name="connsiteX96" fmla="*/ 610629 w 2173948"/>
                <a:gd name="connsiteY96" fmla="*/ 324421 h 1089821"/>
                <a:gd name="connsiteX97" fmla="*/ 659063 w 2173948"/>
                <a:gd name="connsiteY97" fmla="*/ 324421 h 1089821"/>
                <a:gd name="connsiteX98" fmla="*/ 659063 w 2173948"/>
                <a:gd name="connsiteY98" fmla="*/ 429044 h 1089821"/>
                <a:gd name="connsiteX99" fmla="*/ 728043 w 2173948"/>
                <a:gd name="connsiteY99" fmla="*/ 402698 h 1089821"/>
                <a:gd name="connsiteX100" fmla="*/ 814454 w 2173948"/>
                <a:gd name="connsiteY100" fmla="*/ 493376 h 1089821"/>
                <a:gd name="connsiteX101" fmla="*/ 856040 w 2173948"/>
                <a:gd name="connsiteY101" fmla="*/ 484070 h 1089821"/>
                <a:gd name="connsiteX102" fmla="*/ 962606 w 2173948"/>
                <a:gd name="connsiteY102" fmla="*/ 484070 h 1089821"/>
                <a:gd name="connsiteX103" fmla="*/ 962606 w 2173948"/>
                <a:gd name="connsiteY103" fmla="*/ 524370 h 1089821"/>
                <a:gd name="connsiteX104" fmla="*/ 856040 w 2173948"/>
                <a:gd name="connsiteY104" fmla="*/ 524370 h 1089821"/>
                <a:gd name="connsiteX105" fmla="*/ 856040 w 2173948"/>
                <a:gd name="connsiteY105" fmla="*/ 484070 h 1089821"/>
                <a:gd name="connsiteX106" fmla="*/ 1220219 w 2173948"/>
                <a:gd name="connsiteY106" fmla="*/ 324421 h 1089821"/>
                <a:gd name="connsiteX107" fmla="*/ 1220219 w 2173948"/>
                <a:gd name="connsiteY107" fmla="*/ 611953 h 1089821"/>
                <a:gd name="connsiteX108" fmla="*/ 1173718 w 2173948"/>
                <a:gd name="connsiteY108" fmla="*/ 611953 h 1089821"/>
                <a:gd name="connsiteX109" fmla="*/ 1173718 w 2173948"/>
                <a:gd name="connsiteY109" fmla="*/ 585216 h 1089821"/>
                <a:gd name="connsiteX110" fmla="*/ 1105138 w 2173948"/>
                <a:gd name="connsiteY110" fmla="*/ 614667 h 1089821"/>
                <a:gd name="connsiteX111" fmla="*/ 1000516 w 2173948"/>
                <a:gd name="connsiteY111" fmla="*/ 508492 h 1089821"/>
                <a:gd name="connsiteX112" fmla="*/ 1105138 w 2173948"/>
                <a:gd name="connsiteY112" fmla="*/ 402698 h 1089821"/>
                <a:gd name="connsiteX113" fmla="*/ 1171785 w 2173948"/>
                <a:gd name="connsiteY113" fmla="*/ 430606 h 1089821"/>
                <a:gd name="connsiteX114" fmla="*/ 1171785 w 2173948"/>
                <a:gd name="connsiteY114" fmla="*/ 324421 h 1089821"/>
                <a:gd name="connsiteX115" fmla="*/ 1220219 w 2173948"/>
                <a:gd name="connsiteY115" fmla="*/ 324421 h 1089821"/>
                <a:gd name="connsiteX116" fmla="*/ 1172556 w 2173948"/>
                <a:gd name="connsiteY116" fmla="*/ 508492 h 1089821"/>
                <a:gd name="connsiteX117" fmla="*/ 1110939 w 2173948"/>
                <a:gd name="connsiteY117" fmla="*/ 443779 h 1089821"/>
                <a:gd name="connsiteX118" fmla="*/ 1049322 w 2173948"/>
                <a:gd name="connsiteY118" fmla="*/ 508492 h 1089821"/>
                <a:gd name="connsiteX119" fmla="*/ 1110939 w 2173948"/>
                <a:gd name="connsiteY119" fmla="*/ 573205 h 1089821"/>
                <a:gd name="connsiteX120" fmla="*/ 1172556 w 2173948"/>
                <a:gd name="connsiteY120" fmla="*/ 508492 h 1089821"/>
                <a:gd name="connsiteX121" fmla="*/ 1266806 w 2173948"/>
                <a:gd name="connsiteY121" fmla="*/ 341862 h 1089821"/>
                <a:gd name="connsiteX122" fmla="*/ 1297810 w 2173948"/>
                <a:gd name="connsiteY122" fmla="*/ 312801 h 1089821"/>
                <a:gd name="connsiteX123" fmla="*/ 1328804 w 2173948"/>
                <a:gd name="connsiteY123" fmla="*/ 340700 h 1089821"/>
                <a:gd name="connsiteX124" fmla="*/ 1297810 w 2173948"/>
                <a:gd name="connsiteY124" fmla="*/ 370923 h 1089821"/>
                <a:gd name="connsiteX125" fmla="*/ 1266806 w 2173948"/>
                <a:gd name="connsiteY125" fmla="*/ 341862 h 1089821"/>
                <a:gd name="connsiteX126" fmla="*/ 1273397 w 2173948"/>
                <a:gd name="connsiteY126" fmla="*/ 405022 h 1089821"/>
                <a:gd name="connsiteX127" fmla="*/ 1321832 w 2173948"/>
                <a:gd name="connsiteY127" fmla="*/ 405022 h 1089821"/>
                <a:gd name="connsiteX128" fmla="*/ 1321832 w 2173948"/>
                <a:gd name="connsiteY128" fmla="*/ 611953 h 1089821"/>
                <a:gd name="connsiteX129" fmla="*/ 1273397 w 2173948"/>
                <a:gd name="connsiteY129" fmla="*/ 611953 h 1089821"/>
                <a:gd name="connsiteX130" fmla="*/ 1273397 w 2173948"/>
                <a:gd name="connsiteY130" fmla="*/ 405022 h 1089821"/>
                <a:gd name="connsiteX131" fmla="*/ 1586313 w 2173948"/>
                <a:gd name="connsiteY131" fmla="*/ 405022 h 1089821"/>
                <a:gd name="connsiteX132" fmla="*/ 1586313 w 2173948"/>
                <a:gd name="connsiteY132" fmla="*/ 580558 h 1089821"/>
                <a:gd name="connsiteX133" fmla="*/ 1474708 w 2173948"/>
                <a:gd name="connsiteY133" fmla="*/ 689829 h 1089821"/>
                <a:gd name="connsiteX134" fmla="*/ 1373962 w 2173948"/>
                <a:gd name="connsiteY134" fmla="*/ 660387 h 1089821"/>
                <a:gd name="connsiteX135" fmla="*/ 1395660 w 2173948"/>
                <a:gd name="connsiteY135" fmla="*/ 623954 h 1089821"/>
                <a:gd name="connsiteX136" fmla="*/ 1471994 w 2173948"/>
                <a:gd name="connsiteY136" fmla="*/ 648757 h 1089821"/>
                <a:gd name="connsiteX137" fmla="*/ 1537869 w 2173948"/>
                <a:gd name="connsiteY137" fmla="*/ 585988 h 1089821"/>
                <a:gd name="connsiteX138" fmla="*/ 1537869 w 2173948"/>
                <a:gd name="connsiteY138" fmla="*/ 575139 h 1089821"/>
                <a:gd name="connsiteX139" fmla="*/ 1468507 w 2173948"/>
                <a:gd name="connsiteY139" fmla="*/ 602647 h 1089821"/>
                <a:gd name="connsiteX140" fmla="*/ 1363885 w 2173948"/>
                <a:gd name="connsiteY140" fmla="*/ 502282 h 1089821"/>
                <a:gd name="connsiteX141" fmla="*/ 1468507 w 2173948"/>
                <a:gd name="connsiteY141" fmla="*/ 402698 h 1089821"/>
                <a:gd name="connsiteX142" fmla="*/ 1540193 w 2173948"/>
                <a:gd name="connsiteY142" fmla="*/ 432540 h 1089821"/>
                <a:gd name="connsiteX143" fmla="*/ 1540193 w 2173948"/>
                <a:gd name="connsiteY143" fmla="*/ 405022 h 1089821"/>
                <a:gd name="connsiteX144" fmla="*/ 1586303 w 2173948"/>
                <a:gd name="connsiteY144" fmla="*/ 405022 h 1089821"/>
                <a:gd name="connsiteX145" fmla="*/ 1538649 w 2173948"/>
                <a:gd name="connsiteY145" fmla="*/ 502282 h 1089821"/>
                <a:gd name="connsiteX146" fmla="*/ 1475870 w 2173948"/>
                <a:gd name="connsiteY146" fmla="*/ 443770 h 1089821"/>
                <a:gd name="connsiteX147" fmla="*/ 1412710 w 2173948"/>
                <a:gd name="connsiteY147" fmla="*/ 502282 h 1089821"/>
                <a:gd name="connsiteX148" fmla="*/ 1475870 w 2173948"/>
                <a:gd name="connsiteY148" fmla="*/ 561565 h 1089821"/>
                <a:gd name="connsiteX149" fmla="*/ 1538649 w 2173948"/>
                <a:gd name="connsiteY149" fmla="*/ 502282 h 1089821"/>
                <a:gd name="connsiteX150" fmla="*/ 1625337 w 2173948"/>
                <a:gd name="connsiteY150" fmla="*/ 341852 h 1089821"/>
                <a:gd name="connsiteX151" fmla="*/ 1656340 w 2173948"/>
                <a:gd name="connsiteY151" fmla="*/ 312791 h 1089821"/>
                <a:gd name="connsiteX152" fmla="*/ 1687344 w 2173948"/>
                <a:gd name="connsiteY152" fmla="*/ 340690 h 1089821"/>
                <a:gd name="connsiteX153" fmla="*/ 1656340 w 2173948"/>
                <a:gd name="connsiteY153" fmla="*/ 370913 h 1089821"/>
                <a:gd name="connsiteX154" fmla="*/ 1625337 w 2173948"/>
                <a:gd name="connsiteY154" fmla="*/ 341852 h 1089821"/>
                <a:gd name="connsiteX155" fmla="*/ 1631928 w 2173948"/>
                <a:gd name="connsiteY155" fmla="*/ 405013 h 1089821"/>
                <a:gd name="connsiteX156" fmla="*/ 1680363 w 2173948"/>
                <a:gd name="connsiteY156" fmla="*/ 405013 h 1089821"/>
                <a:gd name="connsiteX157" fmla="*/ 1680363 w 2173948"/>
                <a:gd name="connsiteY157" fmla="*/ 611943 h 1089821"/>
                <a:gd name="connsiteX158" fmla="*/ 1631928 w 2173948"/>
                <a:gd name="connsiteY158" fmla="*/ 611943 h 1089821"/>
                <a:gd name="connsiteX159" fmla="*/ 1631928 w 2173948"/>
                <a:gd name="connsiteY159" fmla="*/ 405013 h 1089821"/>
                <a:gd name="connsiteX160" fmla="*/ 1871139 w 2173948"/>
                <a:gd name="connsiteY160" fmla="*/ 600704 h 1089821"/>
                <a:gd name="connsiteX161" fmla="*/ 1824638 w 2173948"/>
                <a:gd name="connsiteY161" fmla="*/ 614658 h 1089821"/>
                <a:gd name="connsiteX162" fmla="*/ 1753333 w 2173948"/>
                <a:gd name="connsiteY162" fmla="*/ 544906 h 1089821"/>
                <a:gd name="connsiteX163" fmla="*/ 1753333 w 2173948"/>
                <a:gd name="connsiteY163" fmla="*/ 445313 h 1089821"/>
                <a:gd name="connsiteX164" fmla="*/ 1719234 w 2173948"/>
                <a:gd name="connsiteY164" fmla="*/ 445313 h 1089821"/>
                <a:gd name="connsiteX165" fmla="*/ 1719234 w 2173948"/>
                <a:gd name="connsiteY165" fmla="*/ 406565 h 1089821"/>
                <a:gd name="connsiteX166" fmla="*/ 1753333 w 2173948"/>
                <a:gd name="connsiteY166" fmla="*/ 406565 h 1089821"/>
                <a:gd name="connsiteX167" fmla="*/ 1753333 w 2173948"/>
                <a:gd name="connsiteY167" fmla="*/ 359293 h 1089821"/>
                <a:gd name="connsiteX168" fmla="*/ 1801778 w 2173948"/>
                <a:gd name="connsiteY168" fmla="*/ 359293 h 1089821"/>
                <a:gd name="connsiteX169" fmla="*/ 1801778 w 2173948"/>
                <a:gd name="connsiteY169" fmla="*/ 406565 h 1089821"/>
                <a:gd name="connsiteX170" fmla="*/ 1857185 w 2173948"/>
                <a:gd name="connsiteY170" fmla="*/ 406565 h 1089821"/>
                <a:gd name="connsiteX171" fmla="*/ 1857185 w 2173948"/>
                <a:gd name="connsiteY171" fmla="*/ 445313 h 1089821"/>
                <a:gd name="connsiteX172" fmla="*/ 1801778 w 2173948"/>
                <a:gd name="connsiteY172" fmla="*/ 445313 h 1089821"/>
                <a:gd name="connsiteX173" fmla="*/ 1801778 w 2173948"/>
                <a:gd name="connsiteY173" fmla="*/ 543744 h 1089821"/>
                <a:gd name="connsiteX174" fmla="*/ 1830448 w 2173948"/>
                <a:gd name="connsiteY174" fmla="*/ 574738 h 1089821"/>
                <a:gd name="connsiteX175" fmla="*/ 1857575 w 2173948"/>
                <a:gd name="connsiteY175" fmla="*/ 566214 h 1089821"/>
                <a:gd name="connsiteX176" fmla="*/ 1871129 w 2173948"/>
                <a:gd name="connsiteY176" fmla="*/ 600704 h 1089821"/>
                <a:gd name="connsiteX177" fmla="*/ 2080908 w 2173948"/>
                <a:gd name="connsiteY177" fmla="*/ 490652 h 1089821"/>
                <a:gd name="connsiteX178" fmla="*/ 2080908 w 2173948"/>
                <a:gd name="connsiteY178" fmla="*/ 611943 h 1089821"/>
                <a:gd name="connsiteX179" fmla="*/ 2035178 w 2173948"/>
                <a:gd name="connsiteY179" fmla="*/ 611943 h 1089821"/>
                <a:gd name="connsiteX180" fmla="*/ 2035178 w 2173948"/>
                <a:gd name="connsiteY180" fmla="*/ 586759 h 1089821"/>
                <a:gd name="connsiteX181" fmla="*/ 1970084 w 2173948"/>
                <a:gd name="connsiteY181" fmla="*/ 614658 h 1089821"/>
                <a:gd name="connsiteX182" fmla="*/ 1892970 w 2173948"/>
                <a:gd name="connsiteY182" fmla="*/ 552660 h 1089821"/>
                <a:gd name="connsiteX183" fmla="*/ 1978990 w 2173948"/>
                <a:gd name="connsiteY183" fmla="*/ 491042 h 1089821"/>
                <a:gd name="connsiteX184" fmla="*/ 2032473 w 2173948"/>
                <a:gd name="connsiteY184" fmla="*/ 491042 h 1089821"/>
                <a:gd name="connsiteX185" fmla="*/ 2032473 w 2173948"/>
                <a:gd name="connsiteY185" fmla="*/ 487947 h 1089821"/>
                <a:gd name="connsiteX186" fmla="*/ 1980933 w 2173948"/>
                <a:gd name="connsiteY186" fmla="*/ 442998 h 1089821"/>
                <a:gd name="connsiteX187" fmla="*/ 1918154 w 2173948"/>
                <a:gd name="connsiteY187" fmla="*/ 463534 h 1089821"/>
                <a:gd name="connsiteX188" fmla="*/ 1899161 w 2173948"/>
                <a:gd name="connsiteY188" fmla="*/ 428273 h 1089821"/>
                <a:gd name="connsiteX189" fmla="*/ 1986744 w 2173948"/>
                <a:gd name="connsiteY189" fmla="*/ 402698 h 1089821"/>
                <a:gd name="connsiteX190" fmla="*/ 2080908 w 2173948"/>
                <a:gd name="connsiteY190" fmla="*/ 490661 h 1089821"/>
                <a:gd name="connsiteX191" fmla="*/ 2032473 w 2173948"/>
                <a:gd name="connsiteY191" fmla="*/ 547230 h 1089821"/>
                <a:gd name="connsiteX192" fmla="*/ 2032473 w 2173948"/>
                <a:gd name="connsiteY192" fmla="*/ 523208 h 1089821"/>
                <a:gd name="connsiteX193" fmla="*/ 1982486 w 2173948"/>
                <a:gd name="connsiteY193" fmla="*/ 523208 h 1089821"/>
                <a:gd name="connsiteX194" fmla="*/ 1940633 w 2173948"/>
                <a:gd name="connsiteY194" fmla="*/ 550716 h 1089821"/>
                <a:gd name="connsiteX195" fmla="*/ 1980152 w 2173948"/>
                <a:gd name="connsiteY195" fmla="*/ 579396 h 1089821"/>
                <a:gd name="connsiteX196" fmla="*/ 2032473 w 2173948"/>
                <a:gd name="connsiteY196" fmla="*/ 547230 h 1089821"/>
                <a:gd name="connsiteX197" fmla="*/ 2125513 w 2173948"/>
                <a:gd name="connsiteY197" fmla="*/ 324412 h 1089821"/>
                <a:gd name="connsiteX198" fmla="*/ 2173948 w 2173948"/>
                <a:gd name="connsiteY198" fmla="*/ 324412 h 1089821"/>
                <a:gd name="connsiteX199" fmla="*/ 2173948 w 2173948"/>
                <a:gd name="connsiteY199" fmla="*/ 611943 h 1089821"/>
                <a:gd name="connsiteX200" fmla="*/ 2125513 w 2173948"/>
                <a:gd name="connsiteY200" fmla="*/ 611943 h 1089821"/>
                <a:gd name="connsiteX201" fmla="*/ 2125513 w 2173948"/>
                <a:gd name="connsiteY201" fmla="*/ 324412 h 1089821"/>
                <a:gd name="connsiteX202" fmla="*/ 807634 w 2173948"/>
                <a:gd name="connsiteY202" fmla="*/ 911171 h 1089821"/>
                <a:gd name="connsiteX203" fmla="*/ 702621 w 2173948"/>
                <a:gd name="connsiteY203" fmla="*/ 1017356 h 1089821"/>
                <a:gd name="connsiteX204" fmla="*/ 636356 w 2173948"/>
                <a:gd name="connsiteY204" fmla="*/ 989447 h 1089821"/>
                <a:gd name="connsiteX205" fmla="*/ 636356 w 2173948"/>
                <a:gd name="connsiteY205" fmla="*/ 1089822 h 1089821"/>
                <a:gd name="connsiteX206" fmla="*/ 587921 w 2173948"/>
                <a:gd name="connsiteY206" fmla="*/ 1089822 h 1089821"/>
                <a:gd name="connsiteX207" fmla="*/ 587921 w 2173948"/>
                <a:gd name="connsiteY207" fmla="*/ 807710 h 1089821"/>
                <a:gd name="connsiteX208" fmla="*/ 634041 w 2173948"/>
                <a:gd name="connsiteY208" fmla="*/ 807710 h 1089821"/>
                <a:gd name="connsiteX209" fmla="*/ 634041 w 2173948"/>
                <a:gd name="connsiteY209" fmla="*/ 834838 h 1089821"/>
                <a:gd name="connsiteX210" fmla="*/ 702621 w 2173948"/>
                <a:gd name="connsiteY210" fmla="*/ 805386 h 1089821"/>
                <a:gd name="connsiteX211" fmla="*/ 807634 w 2173948"/>
                <a:gd name="connsiteY211" fmla="*/ 911181 h 1089821"/>
                <a:gd name="connsiteX212" fmla="*/ 758419 w 2173948"/>
                <a:gd name="connsiteY212" fmla="*/ 911171 h 1089821"/>
                <a:gd name="connsiteX213" fmla="*/ 697192 w 2173948"/>
                <a:gd name="connsiteY213" fmla="*/ 846458 h 1089821"/>
                <a:gd name="connsiteX214" fmla="*/ 635584 w 2173948"/>
                <a:gd name="connsiteY214" fmla="*/ 911171 h 1089821"/>
                <a:gd name="connsiteX215" fmla="*/ 697192 w 2173948"/>
                <a:gd name="connsiteY215" fmla="*/ 975884 h 1089821"/>
                <a:gd name="connsiteX216" fmla="*/ 758419 w 2173948"/>
                <a:gd name="connsiteY216" fmla="*/ 911171 h 1089821"/>
                <a:gd name="connsiteX217" fmla="*/ 843639 w 2173948"/>
                <a:gd name="connsiteY217" fmla="*/ 727110 h 1089821"/>
                <a:gd name="connsiteX218" fmla="*/ 892073 w 2173948"/>
                <a:gd name="connsiteY218" fmla="*/ 727110 h 1089821"/>
                <a:gd name="connsiteX219" fmla="*/ 892073 w 2173948"/>
                <a:gd name="connsiteY219" fmla="*/ 1014632 h 1089821"/>
                <a:gd name="connsiteX220" fmla="*/ 843639 w 2173948"/>
                <a:gd name="connsiteY220" fmla="*/ 1014632 h 1089821"/>
                <a:gd name="connsiteX221" fmla="*/ 843639 w 2173948"/>
                <a:gd name="connsiteY221" fmla="*/ 727110 h 1089821"/>
                <a:gd name="connsiteX222" fmla="*/ 1120883 w 2173948"/>
                <a:gd name="connsiteY222" fmla="*/ 893350 h 1089821"/>
                <a:gd name="connsiteX223" fmla="*/ 1120883 w 2173948"/>
                <a:gd name="connsiteY223" fmla="*/ 1014632 h 1089821"/>
                <a:gd name="connsiteX224" fmla="*/ 1075163 w 2173948"/>
                <a:gd name="connsiteY224" fmla="*/ 1014632 h 1089821"/>
                <a:gd name="connsiteX225" fmla="*/ 1075163 w 2173948"/>
                <a:gd name="connsiteY225" fmla="*/ 989438 h 1089821"/>
                <a:gd name="connsiteX226" fmla="*/ 1010060 w 2173948"/>
                <a:gd name="connsiteY226" fmla="*/ 1017346 h 1089821"/>
                <a:gd name="connsiteX227" fmla="*/ 932945 w 2173948"/>
                <a:gd name="connsiteY227" fmla="*/ 955339 h 1089821"/>
                <a:gd name="connsiteX228" fmla="*/ 1018975 w 2173948"/>
                <a:gd name="connsiteY228" fmla="*/ 893731 h 1089821"/>
                <a:gd name="connsiteX229" fmla="*/ 1072448 w 2173948"/>
                <a:gd name="connsiteY229" fmla="*/ 893731 h 1089821"/>
                <a:gd name="connsiteX230" fmla="*/ 1072448 w 2173948"/>
                <a:gd name="connsiteY230" fmla="*/ 890626 h 1089821"/>
                <a:gd name="connsiteX231" fmla="*/ 1020909 w 2173948"/>
                <a:gd name="connsiteY231" fmla="*/ 845677 h 1089821"/>
                <a:gd name="connsiteX232" fmla="*/ 958139 w 2173948"/>
                <a:gd name="connsiteY232" fmla="*/ 866213 h 1089821"/>
                <a:gd name="connsiteX233" fmla="*/ 939146 w 2173948"/>
                <a:gd name="connsiteY233" fmla="*/ 830951 h 1089821"/>
                <a:gd name="connsiteX234" fmla="*/ 1026719 w 2173948"/>
                <a:gd name="connsiteY234" fmla="*/ 805367 h 1089821"/>
                <a:gd name="connsiteX235" fmla="*/ 1120883 w 2173948"/>
                <a:gd name="connsiteY235" fmla="*/ 893340 h 1089821"/>
                <a:gd name="connsiteX236" fmla="*/ 1072448 w 2173948"/>
                <a:gd name="connsiteY236" fmla="*/ 949919 h 1089821"/>
                <a:gd name="connsiteX237" fmla="*/ 1072448 w 2173948"/>
                <a:gd name="connsiteY237" fmla="*/ 925897 h 1089821"/>
                <a:gd name="connsiteX238" fmla="*/ 1022461 w 2173948"/>
                <a:gd name="connsiteY238" fmla="*/ 925897 h 1089821"/>
                <a:gd name="connsiteX239" fmla="*/ 980608 w 2173948"/>
                <a:gd name="connsiteY239" fmla="*/ 953405 h 1089821"/>
                <a:gd name="connsiteX240" fmla="*/ 1020137 w 2173948"/>
                <a:gd name="connsiteY240" fmla="*/ 982085 h 1089821"/>
                <a:gd name="connsiteX241" fmla="*/ 1072448 w 2173948"/>
                <a:gd name="connsiteY241" fmla="*/ 949919 h 1089821"/>
                <a:gd name="connsiteX242" fmla="*/ 1159012 w 2173948"/>
                <a:gd name="connsiteY242" fmla="*/ 911171 h 1089821"/>
                <a:gd name="connsiteX243" fmla="*/ 1270997 w 2173948"/>
                <a:gd name="connsiteY243" fmla="*/ 805377 h 1089821"/>
                <a:gd name="connsiteX244" fmla="*/ 1359351 w 2173948"/>
                <a:gd name="connsiteY244" fmla="*/ 853430 h 1089821"/>
                <a:gd name="connsiteX245" fmla="*/ 1322146 w 2173948"/>
                <a:gd name="connsiteY245" fmla="*/ 875119 h 1089821"/>
                <a:gd name="connsiteX246" fmla="*/ 1270606 w 2173948"/>
                <a:gd name="connsiteY246" fmla="*/ 846449 h 1089821"/>
                <a:gd name="connsiteX247" fmla="*/ 1207827 w 2173948"/>
                <a:gd name="connsiteY247" fmla="*/ 911162 h 1089821"/>
                <a:gd name="connsiteX248" fmla="*/ 1270606 w 2173948"/>
                <a:gd name="connsiteY248" fmla="*/ 975874 h 1089821"/>
                <a:gd name="connsiteX249" fmla="*/ 1322146 w 2173948"/>
                <a:gd name="connsiteY249" fmla="*/ 947204 h 1089821"/>
                <a:gd name="connsiteX250" fmla="*/ 1359351 w 2173948"/>
                <a:gd name="connsiteY250" fmla="*/ 968902 h 1089821"/>
                <a:gd name="connsiteX251" fmla="*/ 1270997 w 2173948"/>
                <a:gd name="connsiteY251" fmla="*/ 1017337 h 1089821"/>
                <a:gd name="connsiteX252" fmla="*/ 1159012 w 2173948"/>
                <a:gd name="connsiteY252" fmla="*/ 911152 h 1089821"/>
                <a:gd name="connsiteX253" fmla="*/ 1595790 w 2173948"/>
                <a:gd name="connsiteY253" fmla="*/ 926678 h 1089821"/>
                <a:gd name="connsiteX254" fmla="*/ 1433427 w 2173948"/>
                <a:gd name="connsiteY254" fmla="*/ 926678 h 1089821"/>
                <a:gd name="connsiteX255" fmla="*/ 1500464 w 2173948"/>
                <a:gd name="connsiteY255" fmla="*/ 976274 h 1089821"/>
                <a:gd name="connsiteX256" fmla="*/ 1556652 w 2173948"/>
                <a:gd name="connsiteY256" fmla="*/ 953805 h 1089821"/>
                <a:gd name="connsiteX257" fmla="*/ 1582617 w 2173948"/>
                <a:gd name="connsiteY257" fmla="*/ 983637 h 1089821"/>
                <a:gd name="connsiteX258" fmla="*/ 1499302 w 2173948"/>
                <a:gd name="connsiteY258" fmla="*/ 1017356 h 1089821"/>
                <a:gd name="connsiteX259" fmla="*/ 1384992 w 2173948"/>
                <a:gd name="connsiteY259" fmla="*/ 911171 h 1089821"/>
                <a:gd name="connsiteX260" fmla="*/ 1491939 w 2173948"/>
                <a:gd name="connsiteY260" fmla="*/ 805377 h 1089821"/>
                <a:gd name="connsiteX261" fmla="*/ 1596562 w 2173948"/>
                <a:gd name="connsiteY261" fmla="*/ 912333 h 1089821"/>
                <a:gd name="connsiteX262" fmla="*/ 1595790 w 2173948"/>
                <a:gd name="connsiteY262" fmla="*/ 926678 h 1089821"/>
                <a:gd name="connsiteX263" fmla="*/ 1436008 w 2173948"/>
                <a:gd name="connsiteY263" fmla="*/ 894512 h 1089821"/>
                <a:gd name="connsiteX264" fmla="*/ 1553423 w 2173948"/>
                <a:gd name="connsiteY264" fmla="*/ 894512 h 1089821"/>
                <a:gd name="connsiteX265" fmla="*/ 1494911 w 2173948"/>
                <a:gd name="connsiteY265" fmla="*/ 844134 h 1089821"/>
                <a:gd name="connsiteX266" fmla="*/ 1436018 w 2173948"/>
                <a:gd name="connsiteY266" fmla="*/ 894512 h 108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</a:cxnLst>
              <a:rect l="l" t="t" r="r" b="b"/>
              <a:pathLst>
                <a:path w="2173948" h="1089821">
                  <a:moveTo>
                    <a:pt x="919096" y="2334"/>
                  </a:moveTo>
                  <a:lnTo>
                    <a:pt x="822217" y="225914"/>
                  </a:lnTo>
                  <a:cubicBezTo>
                    <a:pt x="803234" y="272806"/>
                    <a:pt x="776878" y="287141"/>
                    <a:pt x="742388" y="287141"/>
                  </a:cubicBezTo>
                  <a:cubicBezTo>
                    <a:pt x="721852" y="287141"/>
                    <a:pt x="700154" y="280168"/>
                    <a:pt x="686972" y="268148"/>
                  </a:cubicBezTo>
                  <a:lnTo>
                    <a:pt x="706346" y="232496"/>
                  </a:lnTo>
                  <a:cubicBezTo>
                    <a:pt x="715651" y="241411"/>
                    <a:pt x="728825" y="246840"/>
                    <a:pt x="741998" y="246840"/>
                  </a:cubicBezTo>
                  <a:cubicBezTo>
                    <a:pt x="759047" y="246840"/>
                    <a:pt x="769125" y="238706"/>
                    <a:pt x="778421" y="218161"/>
                  </a:cubicBezTo>
                  <a:lnTo>
                    <a:pt x="781907" y="210026"/>
                  </a:lnTo>
                  <a:lnTo>
                    <a:pt x="691620" y="2324"/>
                  </a:lnTo>
                  <a:lnTo>
                    <a:pt x="741998" y="2324"/>
                  </a:lnTo>
                  <a:lnTo>
                    <a:pt x="807101" y="155391"/>
                  </a:lnTo>
                  <a:lnTo>
                    <a:pt x="872595" y="2324"/>
                  </a:lnTo>
                  <a:lnTo>
                    <a:pt x="919096" y="2324"/>
                  </a:lnTo>
                  <a:close/>
                  <a:moveTo>
                    <a:pt x="929040" y="105794"/>
                  </a:moveTo>
                  <a:cubicBezTo>
                    <a:pt x="929040" y="43786"/>
                    <a:pt x="975541" y="0"/>
                    <a:pt x="1039092" y="0"/>
                  </a:cubicBezTo>
                  <a:cubicBezTo>
                    <a:pt x="1103414" y="0"/>
                    <a:pt x="1149534" y="43786"/>
                    <a:pt x="1149534" y="105794"/>
                  </a:cubicBezTo>
                  <a:cubicBezTo>
                    <a:pt x="1149534" y="167802"/>
                    <a:pt x="1103414" y="211969"/>
                    <a:pt x="1039092" y="211969"/>
                  </a:cubicBezTo>
                  <a:cubicBezTo>
                    <a:pt x="975541" y="211969"/>
                    <a:pt x="929040" y="167792"/>
                    <a:pt x="929040" y="105794"/>
                  </a:cubicBezTo>
                  <a:close/>
                  <a:moveTo>
                    <a:pt x="1100700" y="105794"/>
                  </a:moveTo>
                  <a:cubicBezTo>
                    <a:pt x="1100700" y="66265"/>
                    <a:pt x="1074353" y="41081"/>
                    <a:pt x="1039092" y="41081"/>
                  </a:cubicBezTo>
                  <a:cubicBezTo>
                    <a:pt x="1004211" y="41081"/>
                    <a:pt x="977865" y="66265"/>
                    <a:pt x="977865" y="105794"/>
                  </a:cubicBezTo>
                  <a:cubicBezTo>
                    <a:pt x="977865" y="145323"/>
                    <a:pt x="1004211" y="170507"/>
                    <a:pt x="1039092" y="170507"/>
                  </a:cubicBezTo>
                  <a:cubicBezTo>
                    <a:pt x="1074353" y="170507"/>
                    <a:pt x="1100700" y="145313"/>
                    <a:pt x="1100700" y="105794"/>
                  </a:cubicBezTo>
                  <a:close/>
                  <a:moveTo>
                    <a:pt x="1387612" y="2334"/>
                  </a:moveTo>
                  <a:lnTo>
                    <a:pt x="1387612" y="209264"/>
                  </a:lnTo>
                  <a:lnTo>
                    <a:pt x="1341501" y="209264"/>
                  </a:lnTo>
                  <a:lnTo>
                    <a:pt x="1341501" y="182909"/>
                  </a:lnTo>
                  <a:cubicBezTo>
                    <a:pt x="1326004" y="201901"/>
                    <a:pt x="1301591" y="211969"/>
                    <a:pt x="1274855" y="211969"/>
                  </a:cubicBezTo>
                  <a:cubicBezTo>
                    <a:pt x="1221762" y="211969"/>
                    <a:pt x="1185729" y="182909"/>
                    <a:pt x="1185729" y="120520"/>
                  </a:cubicBezTo>
                  <a:lnTo>
                    <a:pt x="1185729" y="2334"/>
                  </a:lnTo>
                  <a:lnTo>
                    <a:pt x="1234164" y="2334"/>
                  </a:lnTo>
                  <a:lnTo>
                    <a:pt x="1234164" y="113929"/>
                  </a:lnTo>
                  <a:cubicBezTo>
                    <a:pt x="1234164" y="151514"/>
                    <a:pt x="1251985" y="169345"/>
                    <a:pt x="1282598" y="169345"/>
                  </a:cubicBezTo>
                  <a:cubicBezTo>
                    <a:pt x="1316317" y="169345"/>
                    <a:pt x="1339177" y="148419"/>
                    <a:pt x="1339177" y="106956"/>
                  </a:cubicBezTo>
                  <a:lnTo>
                    <a:pt x="1339177" y="2334"/>
                  </a:lnTo>
                  <a:lnTo>
                    <a:pt x="1387612" y="2334"/>
                  </a:lnTo>
                  <a:close/>
                  <a:moveTo>
                    <a:pt x="1555404" y="10"/>
                  </a:moveTo>
                  <a:lnTo>
                    <a:pt x="1555404" y="46120"/>
                  </a:lnTo>
                  <a:cubicBezTo>
                    <a:pt x="1551146" y="45349"/>
                    <a:pt x="1547651" y="44958"/>
                    <a:pt x="1544164" y="44958"/>
                  </a:cubicBezTo>
                  <a:cubicBezTo>
                    <a:pt x="1507350" y="44958"/>
                    <a:pt x="1484100" y="66656"/>
                    <a:pt x="1484100" y="108899"/>
                  </a:cubicBezTo>
                  <a:lnTo>
                    <a:pt x="1484100" y="209264"/>
                  </a:lnTo>
                  <a:lnTo>
                    <a:pt x="1435665" y="209264"/>
                  </a:lnTo>
                  <a:lnTo>
                    <a:pt x="1435665" y="2334"/>
                  </a:lnTo>
                  <a:lnTo>
                    <a:pt x="1481785" y="2334"/>
                  </a:lnTo>
                  <a:lnTo>
                    <a:pt x="1481785" y="32556"/>
                  </a:lnTo>
                  <a:cubicBezTo>
                    <a:pt x="1495740" y="10858"/>
                    <a:pt x="1520923" y="10"/>
                    <a:pt x="1555413" y="10"/>
                  </a:cubicBezTo>
                  <a:close/>
                  <a:moveTo>
                    <a:pt x="203825" y="493376"/>
                  </a:moveTo>
                  <a:lnTo>
                    <a:pt x="203825" y="611953"/>
                  </a:lnTo>
                  <a:lnTo>
                    <a:pt x="155391" y="611953"/>
                  </a:lnTo>
                  <a:lnTo>
                    <a:pt x="155391" y="499577"/>
                  </a:lnTo>
                  <a:cubicBezTo>
                    <a:pt x="155391" y="462763"/>
                    <a:pt x="137179" y="444941"/>
                    <a:pt x="106175" y="444941"/>
                  </a:cubicBezTo>
                  <a:cubicBezTo>
                    <a:pt x="71685" y="444941"/>
                    <a:pt x="48435" y="465868"/>
                    <a:pt x="48435" y="507330"/>
                  </a:cubicBezTo>
                  <a:lnTo>
                    <a:pt x="48435" y="611953"/>
                  </a:lnTo>
                  <a:lnTo>
                    <a:pt x="0" y="611953"/>
                  </a:lnTo>
                  <a:lnTo>
                    <a:pt x="0" y="324421"/>
                  </a:lnTo>
                  <a:lnTo>
                    <a:pt x="48435" y="324421"/>
                  </a:lnTo>
                  <a:lnTo>
                    <a:pt x="48435" y="429044"/>
                  </a:lnTo>
                  <a:cubicBezTo>
                    <a:pt x="64322" y="411994"/>
                    <a:pt x="88735" y="402698"/>
                    <a:pt x="117415" y="402698"/>
                  </a:cubicBezTo>
                  <a:cubicBezTo>
                    <a:pt x="167011" y="402698"/>
                    <a:pt x="203825" y="430987"/>
                    <a:pt x="203825" y="493376"/>
                  </a:cubicBezTo>
                  <a:close/>
                  <a:moveTo>
                    <a:pt x="241192" y="341862"/>
                  </a:moveTo>
                  <a:cubicBezTo>
                    <a:pt x="241192" y="325584"/>
                    <a:pt x="254365" y="312801"/>
                    <a:pt x="272196" y="312801"/>
                  </a:cubicBezTo>
                  <a:cubicBezTo>
                    <a:pt x="290027" y="312801"/>
                    <a:pt x="303190" y="324812"/>
                    <a:pt x="303190" y="340700"/>
                  </a:cubicBezTo>
                  <a:cubicBezTo>
                    <a:pt x="303190" y="357749"/>
                    <a:pt x="290408" y="370923"/>
                    <a:pt x="272196" y="370923"/>
                  </a:cubicBezTo>
                  <a:cubicBezTo>
                    <a:pt x="254375" y="370923"/>
                    <a:pt x="241192" y="358140"/>
                    <a:pt x="241192" y="341862"/>
                  </a:cubicBezTo>
                  <a:close/>
                  <a:moveTo>
                    <a:pt x="247783" y="405022"/>
                  </a:moveTo>
                  <a:lnTo>
                    <a:pt x="296218" y="405022"/>
                  </a:lnTo>
                  <a:lnTo>
                    <a:pt x="296218" y="611953"/>
                  </a:lnTo>
                  <a:lnTo>
                    <a:pt x="247783" y="611953"/>
                  </a:lnTo>
                  <a:lnTo>
                    <a:pt x="247783" y="405022"/>
                  </a:lnTo>
                  <a:close/>
                  <a:moveTo>
                    <a:pt x="559613" y="405022"/>
                  </a:moveTo>
                  <a:lnTo>
                    <a:pt x="559613" y="580558"/>
                  </a:lnTo>
                  <a:cubicBezTo>
                    <a:pt x="559613" y="655739"/>
                    <a:pt x="520475" y="689829"/>
                    <a:pt x="448008" y="689829"/>
                  </a:cubicBezTo>
                  <a:cubicBezTo>
                    <a:pt x="409261" y="689829"/>
                    <a:pt x="370894" y="679761"/>
                    <a:pt x="347262" y="660387"/>
                  </a:cubicBezTo>
                  <a:lnTo>
                    <a:pt x="368960" y="623954"/>
                  </a:lnTo>
                  <a:cubicBezTo>
                    <a:pt x="387172" y="639070"/>
                    <a:pt x="416623" y="648757"/>
                    <a:pt x="445294" y="648757"/>
                  </a:cubicBezTo>
                  <a:cubicBezTo>
                    <a:pt x="491014" y="648757"/>
                    <a:pt x="511169" y="627840"/>
                    <a:pt x="511169" y="585988"/>
                  </a:cubicBezTo>
                  <a:lnTo>
                    <a:pt x="511169" y="575139"/>
                  </a:lnTo>
                  <a:cubicBezTo>
                    <a:pt x="494119" y="593741"/>
                    <a:pt x="469706" y="602647"/>
                    <a:pt x="441808" y="602647"/>
                  </a:cubicBezTo>
                  <a:cubicBezTo>
                    <a:pt x="382524" y="602647"/>
                    <a:pt x="337185" y="562347"/>
                    <a:pt x="337185" y="502282"/>
                  </a:cubicBezTo>
                  <a:cubicBezTo>
                    <a:pt x="337185" y="442217"/>
                    <a:pt x="382524" y="402698"/>
                    <a:pt x="441808" y="402698"/>
                  </a:cubicBezTo>
                  <a:cubicBezTo>
                    <a:pt x="470868" y="402698"/>
                    <a:pt x="496443" y="412004"/>
                    <a:pt x="513493" y="432540"/>
                  </a:cubicBezTo>
                  <a:lnTo>
                    <a:pt x="513493" y="405022"/>
                  </a:lnTo>
                  <a:lnTo>
                    <a:pt x="559603" y="405022"/>
                  </a:lnTo>
                  <a:close/>
                  <a:moveTo>
                    <a:pt x="511950" y="502282"/>
                  </a:moveTo>
                  <a:cubicBezTo>
                    <a:pt x="511950" y="467411"/>
                    <a:pt x="485594" y="443770"/>
                    <a:pt x="449170" y="443770"/>
                  </a:cubicBezTo>
                  <a:cubicBezTo>
                    <a:pt x="412356" y="443770"/>
                    <a:pt x="386010" y="467411"/>
                    <a:pt x="386010" y="502282"/>
                  </a:cubicBezTo>
                  <a:cubicBezTo>
                    <a:pt x="386010" y="537543"/>
                    <a:pt x="412356" y="561565"/>
                    <a:pt x="449170" y="561565"/>
                  </a:cubicBezTo>
                  <a:cubicBezTo>
                    <a:pt x="485594" y="561565"/>
                    <a:pt x="511950" y="537543"/>
                    <a:pt x="511950" y="502282"/>
                  </a:cubicBezTo>
                  <a:close/>
                  <a:moveTo>
                    <a:pt x="814454" y="493376"/>
                  </a:moveTo>
                  <a:lnTo>
                    <a:pt x="814454" y="611953"/>
                  </a:lnTo>
                  <a:lnTo>
                    <a:pt x="766020" y="611953"/>
                  </a:lnTo>
                  <a:lnTo>
                    <a:pt x="766020" y="499577"/>
                  </a:lnTo>
                  <a:cubicBezTo>
                    <a:pt x="766020" y="462763"/>
                    <a:pt x="747808" y="444941"/>
                    <a:pt x="716804" y="444941"/>
                  </a:cubicBezTo>
                  <a:cubicBezTo>
                    <a:pt x="682314" y="444941"/>
                    <a:pt x="659063" y="465868"/>
                    <a:pt x="659063" y="507330"/>
                  </a:cubicBezTo>
                  <a:lnTo>
                    <a:pt x="659063" y="611953"/>
                  </a:lnTo>
                  <a:lnTo>
                    <a:pt x="610629" y="611953"/>
                  </a:lnTo>
                  <a:lnTo>
                    <a:pt x="610629" y="324421"/>
                  </a:lnTo>
                  <a:lnTo>
                    <a:pt x="659063" y="324421"/>
                  </a:lnTo>
                  <a:lnTo>
                    <a:pt x="659063" y="429044"/>
                  </a:lnTo>
                  <a:cubicBezTo>
                    <a:pt x="674951" y="411994"/>
                    <a:pt x="699364" y="402698"/>
                    <a:pt x="728043" y="402698"/>
                  </a:cubicBezTo>
                  <a:cubicBezTo>
                    <a:pt x="777640" y="402698"/>
                    <a:pt x="814454" y="430987"/>
                    <a:pt x="814454" y="493376"/>
                  </a:cubicBezTo>
                  <a:close/>
                  <a:moveTo>
                    <a:pt x="856040" y="484070"/>
                  </a:moveTo>
                  <a:lnTo>
                    <a:pt x="962606" y="484070"/>
                  </a:lnTo>
                  <a:lnTo>
                    <a:pt x="962606" y="524370"/>
                  </a:lnTo>
                  <a:lnTo>
                    <a:pt x="856040" y="524370"/>
                  </a:lnTo>
                  <a:lnTo>
                    <a:pt x="856040" y="484070"/>
                  </a:lnTo>
                  <a:close/>
                  <a:moveTo>
                    <a:pt x="1220219" y="324421"/>
                  </a:moveTo>
                  <a:lnTo>
                    <a:pt x="1220219" y="611953"/>
                  </a:lnTo>
                  <a:lnTo>
                    <a:pt x="1173718" y="611953"/>
                  </a:lnTo>
                  <a:lnTo>
                    <a:pt x="1173718" y="585216"/>
                  </a:lnTo>
                  <a:cubicBezTo>
                    <a:pt x="1157450" y="604980"/>
                    <a:pt x="1133418" y="614667"/>
                    <a:pt x="1105138" y="614667"/>
                  </a:cubicBezTo>
                  <a:cubicBezTo>
                    <a:pt x="1045074" y="614667"/>
                    <a:pt x="1000516" y="572814"/>
                    <a:pt x="1000516" y="508492"/>
                  </a:cubicBezTo>
                  <a:cubicBezTo>
                    <a:pt x="1000516" y="444170"/>
                    <a:pt x="1045074" y="402698"/>
                    <a:pt x="1105138" y="402698"/>
                  </a:cubicBezTo>
                  <a:cubicBezTo>
                    <a:pt x="1131875" y="402698"/>
                    <a:pt x="1155516" y="411604"/>
                    <a:pt x="1171785" y="430606"/>
                  </a:cubicBezTo>
                  <a:lnTo>
                    <a:pt x="1171785" y="324421"/>
                  </a:lnTo>
                  <a:lnTo>
                    <a:pt x="1220219" y="324421"/>
                  </a:lnTo>
                  <a:close/>
                  <a:moveTo>
                    <a:pt x="1172556" y="508492"/>
                  </a:moveTo>
                  <a:cubicBezTo>
                    <a:pt x="1172556" y="468963"/>
                    <a:pt x="1145819" y="443779"/>
                    <a:pt x="1110939" y="443779"/>
                  </a:cubicBezTo>
                  <a:cubicBezTo>
                    <a:pt x="1076058" y="443779"/>
                    <a:pt x="1049322" y="468963"/>
                    <a:pt x="1049322" y="508492"/>
                  </a:cubicBezTo>
                  <a:cubicBezTo>
                    <a:pt x="1049322" y="548021"/>
                    <a:pt x="1076058" y="573205"/>
                    <a:pt x="1110939" y="573205"/>
                  </a:cubicBezTo>
                  <a:cubicBezTo>
                    <a:pt x="1145819" y="573205"/>
                    <a:pt x="1172556" y="548021"/>
                    <a:pt x="1172556" y="508492"/>
                  </a:cubicBezTo>
                  <a:close/>
                  <a:moveTo>
                    <a:pt x="1266806" y="341862"/>
                  </a:moveTo>
                  <a:cubicBezTo>
                    <a:pt x="1266806" y="325584"/>
                    <a:pt x="1279979" y="312801"/>
                    <a:pt x="1297810" y="312801"/>
                  </a:cubicBezTo>
                  <a:cubicBezTo>
                    <a:pt x="1315641" y="312801"/>
                    <a:pt x="1328804" y="324812"/>
                    <a:pt x="1328804" y="340700"/>
                  </a:cubicBezTo>
                  <a:cubicBezTo>
                    <a:pt x="1328804" y="357749"/>
                    <a:pt x="1316022" y="370923"/>
                    <a:pt x="1297810" y="370923"/>
                  </a:cubicBezTo>
                  <a:cubicBezTo>
                    <a:pt x="1279989" y="370923"/>
                    <a:pt x="1266806" y="358140"/>
                    <a:pt x="1266806" y="341862"/>
                  </a:cubicBezTo>
                  <a:close/>
                  <a:moveTo>
                    <a:pt x="1273397" y="405022"/>
                  </a:moveTo>
                  <a:lnTo>
                    <a:pt x="1321832" y="405022"/>
                  </a:lnTo>
                  <a:lnTo>
                    <a:pt x="1321832" y="611953"/>
                  </a:lnTo>
                  <a:lnTo>
                    <a:pt x="1273397" y="611953"/>
                  </a:lnTo>
                  <a:lnTo>
                    <a:pt x="1273397" y="405022"/>
                  </a:lnTo>
                  <a:close/>
                  <a:moveTo>
                    <a:pt x="1586313" y="405022"/>
                  </a:moveTo>
                  <a:lnTo>
                    <a:pt x="1586313" y="580558"/>
                  </a:lnTo>
                  <a:cubicBezTo>
                    <a:pt x="1586313" y="655739"/>
                    <a:pt x="1547174" y="689829"/>
                    <a:pt x="1474708" y="689829"/>
                  </a:cubicBezTo>
                  <a:cubicBezTo>
                    <a:pt x="1435961" y="689829"/>
                    <a:pt x="1397594" y="679761"/>
                    <a:pt x="1373962" y="660387"/>
                  </a:cubicBezTo>
                  <a:lnTo>
                    <a:pt x="1395660" y="623954"/>
                  </a:lnTo>
                  <a:cubicBezTo>
                    <a:pt x="1413872" y="639070"/>
                    <a:pt x="1443323" y="648757"/>
                    <a:pt x="1471994" y="648757"/>
                  </a:cubicBezTo>
                  <a:cubicBezTo>
                    <a:pt x="1517713" y="648757"/>
                    <a:pt x="1537869" y="627840"/>
                    <a:pt x="1537869" y="585988"/>
                  </a:cubicBezTo>
                  <a:lnTo>
                    <a:pt x="1537869" y="575139"/>
                  </a:lnTo>
                  <a:cubicBezTo>
                    <a:pt x="1520819" y="593741"/>
                    <a:pt x="1496406" y="602647"/>
                    <a:pt x="1468507" y="602647"/>
                  </a:cubicBezTo>
                  <a:cubicBezTo>
                    <a:pt x="1409224" y="602647"/>
                    <a:pt x="1363885" y="562347"/>
                    <a:pt x="1363885" y="502282"/>
                  </a:cubicBezTo>
                  <a:cubicBezTo>
                    <a:pt x="1363885" y="442217"/>
                    <a:pt x="1409224" y="402698"/>
                    <a:pt x="1468507" y="402698"/>
                  </a:cubicBezTo>
                  <a:cubicBezTo>
                    <a:pt x="1497568" y="402698"/>
                    <a:pt x="1523143" y="412004"/>
                    <a:pt x="1540193" y="432540"/>
                  </a:cubicBezTo>
                  <a:lnTo>
                    <a:pt x="1540193" y="405022"/>
                  </a:lnTo>
                  <a:lnTo>
                    <a:pt x="1586303" y="405022"/>
                  </a:lnTo>
                  <a:close/>
                  <a:moveTo>
                    <a:pt x="1538649" y="502282"/>
                  </a:moveTo>
                  <a:cubicBezTo>
                    <a:pt x="1538649" y="467411"/>
                    <a:pt x="1512294" y="443770"/>
                    <a:pt x="1475870" y="443770"/>
                  </a:cubicBezTo>
                  <a:cubicBezTo>
                    <a:pt x="1439056" y="443770"/>
                    <a:pt x="1412710" y="467411"/>
                    <a:pt x="1412710" y="502282"/>
                  </a:cubicBezTo>
                  <a:cubicBezTo>
                    <a:pt x="1412710" y="537543"/>
                    <a:pt x="1439056" y="561565"/>
                    <a:pt x="1475870" y="561565"/>
                  </a:cubicBezTo>
                  <a:cubicBezTo>
                    <a:pt x="1512294" y="561565"/>
                    <a:pt x="1538649" y="537543"/>
                    <a:pt x="1538649" y="502282"/>
                  </a:cubicBezTo>
                  <a:close/>
                  <a:moveTo>
                    <a:pt x="1625337" y="341852"/>
                  </a:moveTo>
                  <a:cubicBezTo>
                    <a:pt x="1625337" y="325574"/>
                    <a:pt x="1638510" y="312791"/>
                    <a:pt x="1656340" y="312791"/>
                  </a:cubicBezTo>
                  <a:cubicBezTo>
                    <a:pt x="1674171" y="312791"/>
                    <a:pt x="1687344" y="324803"/>
                    <a:pt x="1687344" y="340690"/>
                  </a:cubicBezTo>
                  <a:cubicBezTo>
                    <a:pt x="1687344" y="357740"/>
                    <a:pt x="1674552" y="370913"/>
                    <a:pt x="1656340" y="370913"/>
                  </a:cubicBezTo>
                  <a:cubicBezTo>
                    <a:pt x="1638519" y="370913"/>
                    <a:pt x="1625337" y="358130"/>
                    <a:pt x="1625337" y="341852"/>
                  </a:cubicBezTo>
                  <a:close/>
                  <a:moveTo>
                    <a:pt x="1631928" y="405013"/>
                  </a:moveTo>
                  <a:lnTo>
                    <a:pt x="1680363" y="405013"/>
                  </a:lnTo>
                  <a:lnTo>
                    <a:pt x="1680363" y="611943"/>
                  </a:lnTo>
                  <a:lnTo>
                    <a:pt x="1631928" y="611943"/>
                  </a:lnTo>
                  <a:lnTo>
                    <a:pt x="1631928" y="405013"/>
                  </a:lnTo>
                  <a:close/>
                  <a:moveTo>
                    <a:pt x="1871139" y="600704"/>
                  </a:moveTo>
                  <a:cubicBezTo>
                    <a:pt x="1859518" y="610000"/>
                    <a:pt x="1842078" y="614658"/>
                    <a:pt x="1824638" y="614658"/>
                  </a:cubicBezTo>
                  <a:cubicBezTo>
                    <a:pt x="1779299" y="614658"/>
                    <a:pt x="1753333" y="590626"/>
                    <a:pt x="1753333" y="544906"/>
                  </a:cubicBezTo>
                  <a:lnTo>
                    <a:pt x="1753333" y="445313"/>
                  </a:lnTo>
                  <a:lnTo>
                    <a:pt x="1719234" y="445313"/>
                  </a:lnTo>
                  <a:lnTo>
                    <a:pt x="1719234" y="406565"/>
                  </a:lnTo>
                  <a:lnTo>
                    <a:pt x="1753333" y="406565"/>
                  </a:lnTo>
                  <a:lnTo>
                    <a:pt x="1753333" y="359293"/>
                  </a:lnTo>
                  <a:lnTo>
                    <a:pt x="1801778" y="359293"/>
                  </a:lnTo>
                  <a:lnTo>
                    <a:pt x="1801778" y="406565"/>
                  </a:lnTo>
                  <a:lnTo>
                    <a:pt x="1857185" y="406565"/>
                  </a:lnTo>
                  <a:lnTo>
                    <a:pt x="1857185" y="445313"/>
                  </a:lnTo>
                  <a:lnTo>
                    <a:pt x="1801778" y="445313"/>
                  </a:lnTo>
                  <a:lnTo>
                    <a:pt x="1801778" y="543744"/>
                  </a:lnTo>
                  <a:cubicBezTo>
                    <a:pt x="1801778" y="563890"/>
                    <a:pt x="1811846" y="574738"/>
                    <a:pt x="1830448" y="574738"/>
                  </a:cubicBezTo>
                  <a:cubicBezTo>
                    <a:pt x="1840525" y="574738"/>
                    <a:pt x="1850212" y="572024"/>
                    <a:pt x="1857575" y="566214"/>
                  </a:cubicBezTo>
                  <a:lnTo>
                    <a:pt x="1871129" y="600704"/>
                  </a:lnTo>
                  <a:close/>
                  <a:moveTo>
                    <a:pt x="2080908" y="490652"/>
                  </a:moveTo>
                  <a:lnTo>
                    <a:pt x="2080908" y="611943"/>
                  </a:lnTo>
                  <a:lnTo>
                    <a:pt x="2035178" y="611943"/>
                  </a:lnTo>
                  <a:lnTo>
                    <a:pt x="2035178" y="586759"/>
                  </a:lnTo>
                  <a:cubicBezTo>
                    <a:pt x="2023558" y="604580"/>
                    <a:pt x="2001079" y="614658"/>
                    <a:pt x="1970084" y="614658"/>
                  </a:cubicBezTo>
                  <a:cubicBezTo>
                    <a:pt x="1922812" y="614658"/>
                    <a:pt x="1892970" y="588693"/>
                    <a:pt x="1892970" y="552660"/>
                  </a:cubicBezTo>
                  <a:cubicBezTo>
                    <a:pt x="1892970" y="518170"/>
                    <a:pt x="1916230" y="491042"/>
                    <a:pt x="1978990" y="491042"/>
                  </a:cubicBezTo>
                  <a:lnTo>
                    <a:pt x="2032473" y="491042"/>
                  </a:lnTo>
                  <a:lnTo>
                    <a:pt x="2032473" y="487947"/>
                  </a:lnTo>
                  <a:cubicBezTo>
                    <a:pt x="2032473" y="459657"/>
                    <a:pt x="2015423" y="442998"/>
                    <a:pt x="1980933" y="442998"/>
                  </a:cubicBezTo>
                  <a:cubicBezTo>
                    <a:pt x="1957673" y="442998"/>
                    <a:pt x="1933651" y="450752"/>
                    <a:pt x="1918154" y="463534"/>
                  </a:cubicBezTo>
                  <a:lnTo>
                    <a:pt x="1899161" y="428273"/>
                  </a:lnTo>
                  <a:cubicBezTo>
                    <a:pt x="1921250" y="411223"/>
                    <a:pt x="1953416" y="402698"/>
                    <a:pt x="1986744" y="402698"/>
                  </a:cubicBezTo>
                  <a:cubicBezTo>
                    <a:pt x="2046427" y="402698"/>
                    <a:pt x="2080908" y="430987"/>
                    <a:pt x="2080908" y="490661"/>
                  </a:cubicBezTo>
                  <a:close/>
                  <a:moveTo>
                    <a:pt x="2032473" y="547230"/>
                  </a:moveTo>
                  <a:lnTo>
                    <a:pt x="2032473" y="523208"/>
                  </a:lnTo>
                  <a:lnTo>
                    <a:pt x="1982486" y="523208"/>
                  </a:lnTo>
                  <a:cubicBezTo>
                    <a:pt x="1949548" y="523208"/>
                    <a:pt x="1940633" y="535600"/>
                    <a:pt x="1940633" y="550716"/>
                  </a:cubicBezTo>
                  <a:cubicBezTo>
                    <a:pt x="1940633" y="568157"/>
                    <a:pt x="1955359" y="579396"/>
                    <a:pt x="1980152" y="579396"/>
                  </a:cubicBezTo>
                  <a:cubicBezTo>
                    <a:pt x="2003793" y="579396"/>
                    <a:pt x="2024329" y="568547"/>
                    <a:pt x="2032473" y="547230"/>
                  </a:cubicBezTo>
                  <a:close/>
                  <a:moveTo>
                    <a:pt x="2125513" y="324412"/>
                  </a:moveTo>
                  <a:lnTo>
                    <a:pt x="2173948" y="324412"/>
                  </a:lnTo>
                  <a:lnTo>
                    <a:pt x="2173948" y="611943"/>
                  </a:lnTo>
                  <a:lnTo>
                    <a:pt x="2125513" y="611943"/>
                  </a:lnTo>
                  <a:lnTo>
                    <a:pt x="2125513" y="324412"/>
                  </a:lnTo>
                  <a:close/>
                  <a:moveTo>
                    <a:pt x="807634" y="911171"/>
                  </a:moveTo>
                  <a:cubicBezTo>
                    <a:pt x="807634" y="975503"/>
                    <a:pt x="763067" y="1017356"/>
                    <a:pt x="702621" y="1017356"/>
                  </a:cubicBezTo>
                  <a:cubicBezTo>
                    <a:pt x="676275" y="1017356"/>
                    <a:pt x="653024" y="1008440"/>
                    <a:pt x="636356" y="989447"/>
                  </a:cubicBezTo>
                  <a:lnTo>
                    <a:pt x="636356" y="1089822"/>
                  </a:lnTo>
                  <a:lnTo>
                    <a:pt x="587921" y="1089822"/>
                  </a:lnTo>
                  <a:lnTo>
                    <a:pt x="587921" y="807710"/>
                  </a:lnTo>
                  <a:lnTo>
                    <a:pt x="634041" y="807710"/>
                  </a:lnTo>
                  <a:lnTo>
                    <a:pt x="634041" y="834838"/>
                  </a:lnTo>
                  <a:cubicBezTo>
                    <a:pt x="650310" y="815073"/>
                    <a:pt x="674342" y="805386"/>
                    <a:pt x="702621" y="805386"/>
                  </a:cubicBezTo>
                  <a:cubicBezTo>
                    <a:pt x="763076" y="805386"/>
                    <a:pt x="807634" y="847239"/>
                    <a:pt x="807634" y="911181"/>
                  </a:cubicBezTo>
                  <a:close/>
                  <a:moveTo>
                    <a:pt x="758419" y="911171"/>
                  </a:moveTo>
                  <a:cubicBezTo>
                    <a:pt x="758419" y="871652"/>
                    <a:pt x="732072" y="846458"/>
                    <a:pt x="697192" y="846458"/>
                  </a:cubicBezTo>
                  <a:cubicBezTo>
                    <a:pt x="662311" y="846458"/>
                    <a:pt x="635584" y="871652"/>
                    <a:pt x="635584" y="911171"/>
                  </a:cubicBezTo>
                  <a:cubicBezTo>
                    <a:pt x="635584" y="950690"/>
                    <a:pt x="662321" y="975884"/>
                    <a:pt x="697192" y="975884"/>
                  </a:cubicBezTo>
                  <a:cubicBezTo>
                    <a:pt x="732063" y="975884"/>
                    <a:pt x="758419" y="950690"/>
                    <a:pt x="758419" y="911171"/>
                  </a:cubicBezTo>
                  <a:close/>
                  <a:moveTo>
                    <a:pt x="843639" y="727110"/>
                  </a:moveTo>
                  <a:lnTo>
                    <a:pt x="892073" y="727110"/>
                  </a:lnTo>
                  <a:lnTo>
                    <a:pt x="892073" y="1014632"/>
                  </a:lnTo>
                  <a:lnTo>
                    <a:pt x="843639" y="1014632"/>
                  </a:lnTo>
                  <a:lnTo>
                    <a:pt x="843639" y="727110"/>
                  </a:lnTo>
                  <a:close/>
                  <a:moveTo>
                    <a:pt x="1120883" y="893350"/>
                  </a:moveTo>
                  <a:lnTo>
                    <a:pt x="1120883" y="1014632"/>
                  </a:lnTo>
                  <a:lnTo>
                    <a:pt x="1075163" y="1014632"/>
                  </a:lnTo>
                  <a:lnTo>
                    <a:pt x="1075163" y="989438"/>
                  </a:lnTo>
                  <a:cubicBezTo>
                    <a:pt x="1063533" y="1007269"/>
                    <a:pt x="1041063" y="1017346"/>
                    <a:pt x="1010060" y="1017346"/>
                  </a:cubicBezTo>
                  <a:cubicBezTo>
                    <a:pt x="962787" y="1017346"/>
                    <a:pt x="932945" y="991381"/>
                    <a:pt x="932945" y="955339"/>
                  </a:cubicBezTo>
                  <a:cubicBezTo>
                    <a:pt x="932945" y="920848"/>
                    <a:pt x="956196" y="893731"/>
                    <a:pt x="1018975" y="893731"/>
                  </a:cubicBezTo>
                  <a:lnTo>
                    <a:pt x="1072448" y="893731"/>
                  </a:lnTo>
                  <a:lnTo>
                    <a:pt x="1072448" y="890626"/>
                  </a:lnTo>
                  <a:cubicBezTo>
                    <a:pt x="1072448" y="862336"/>
                    <a:pt x="1055399" y="845677"/>
                    <a:pt x="1020909" y="845677"/>
                  </a:cubicBezTo>
                  <a:cubicBezTo>
                    <a:pt x="997658" y="845677"/>
                    <a:pt x="973636" y="853430"/>
                    <a:pt x="958139" y="866213"/>
                  </a:cubicBezTo>
                  <a:lnTo>
                    <a:pt x="939146" y="830951"/>
                  </a:lnTo>
                  <a:cubicBezTo>
                    <a:pt x="961234" y="813902"/>
                    <a:pt x="993391" y="805367"/>
                    <a:pt x="1026719" y="805367"/>
                  </a:cubicBezTo>
                  <a:cubicBezTo>
                    <a:pt x="1086403" y="805367"/>
                    <a:pt x="1120883" y="833657"/>
                    <a:pt x="1120883" y="893340"/>
                  </a:cubicBezTo>
                  <a:close/>
                  <a:moveTo>
                    <a:pt x="1072448" y="949919"/>
                  </a:moveTo>
                  <a:lnTo>
                    <a:pt x="1072448" y="925897"/>
                  </a:lnTo>
                  <a:lnTo>
                    <a:pt x="1022461" y="925897"/>
                  </a:lnTo>
                  <a:cubicBezTo>
                    <a:pt x="989524" y="925897"/>
                    <a:pt x="980608" y="938289"/>
                    <a:pt x="980608" y="953405"/>
                  </a:cubicBezTo>
                  <a:cubicBezTo>
                    <a:pt x="980608" y="970845"/>
                    <a:pt x="995334" y="982085"/>
                    <a:pt x="1020137" y="982085"/>
                  </a:cubicBezTo>
                  <a:cubicBezTo>
                    <a:pt x="1043778" y="982085"/>
                    <a:pt x="1064314" y="971236"/>
                    <a:pt x="1072448" y="949919"/>
                  </a:cubicBezTo>
                  <a:close/>
                  <a:moveTo>
                    <a:pt x="1159012" y="911171"/>
                  </a:moveTo>
                  <a:cubicBezTo>
                    <a:pt x="1159012" y="849173"/>
                    <a:pt x="1205513" y="805377"/>
                    <a:pt x="1270997" y="805377"/>
                  </a:cubicBezTo>
                  <a:cubicBezTo>
                    <a:pt x="1311297" y="805377"/>
                    <a:pt x="1343463" y="822046"/>
                    <a:pt x="1359351" y="853430"/>
                  </a:cubicBezTo>
                  <a:lnTo>
                    <a:pt x="1322146" y="875119"/>
                  </a:lnTo>
                  <a:cubicBezTo>
                    <a:pt x="1309745" y="855364"/>
                    <a:pt x="1291152" y="846449"/>
                    <a:pt x="1270606" y="846449"/>
                  </a:cubicBezTo>
                  <a:cubicBezTo>
                    <a:pt x="1234955" y="846449"/>
                    <a:pt x="1207827" y="871252"/>
                    <a:pt x="1207827" y="911162"/>
                  </a:cubicBezTo>
                  <a:cubicBezTo>
                    <a:pt x="1207827" y="951462"/>
                    <a:pt x="1234955" y="975874"/>
                    <a:pt x="1270606" y="975874"/>
                  </a:cubicBezTo>
                  <a:cubicBezTo>
                    <a:pt x="1291142" y="975874"/>
                    <a:pt x="1309745" y="966968"/>
                    <a:pt x="1322146" y="947204"/>
                  </a:cubicBezTo>
                  <a:lnTo>
                    <a:pt x="1359351" y="968902"/>
                  </a:lnTo>
                  <a:cubicBezTo>
                    <a:pt x="1343463" y="999896"/>
                    <a:pt x="1311297" y="1017337"/>
                    <a:pt x="1270997" y="1017337"/>
                  </a:cubicBezTo>
                  <a:cubicBezTo>
                    <a:pt x="1205503" y="1017337"/>
                    <a:pt x="1159012" y="973160"/>
                    <a:pt x="1159012" y="911152"/>
                  </a:cubicBezTo>
                  <a:close/>
                  <a:moveTo>
                    <a:pt x="1595790" y="926678"/>
                  </a:moveTo>
                  <a:lnTo>
                    <a:pt x="1433427" y="926678"/>
                  </a:lnTo>
                  <a:cubicBezTo>
                    <a:pt x="1439237" y="956901"/>
                    <a:pt x="1464421" y="976274"/>
                    <a:pt x="1500464" y="976274"/>
                  </a:cubicBezTo>
                  <a:cubicBezTo>
                    <a:pt x="1523714" y="976274"/>
                    <a:pt x="1541926" y="968912"/>
                    <a:pt x="1556652" y="953805"/>
                  </a:cubicBezTo>
                  <a:lnTo>
                    <a:pt x="1582617" y="983637"/>
                  </a:lnTo>
                  <a:cubicBezTo>
                    <a:pt x="1564015" y="1005726"/>
                    <a:pt x="1534954" y="1017356"/>
                    <a:pt x="1499302" y="1017356"/>
                  </a:cubicBezTo>
                  <a:cubicBezTo>
                    <a:pt x="1429931" y="1017356"/>
                    <a:pt x="1384992" y="972788"/>
                    <a:pt x="1384992" y="911171"/>
                  </a:cubicBezTo>
                  <a:cubicBezTo>
                    <a:pt x="1384992" y="849554"/>
                    <a:pt x="1430331" y="805377"/>
                    <a:pt x="1491939" y="805377"/>
                  </a:cubicBezTo>
                  <a:cubicBezTo>
                    <a:pt x="1552394" y="805377"/>
                    <a:pt x="1596562" y="847620"/>
                    <a:pt x="1596562" y="912333"/>
                  </a:cubicBezTo>
                  <a:cubicBezTo>
                    <a:pt x="1596562" y="916200"/>
                    <a:pt x="1596171" y="922020"/>
                    <a:pt x="1595790" y="926678"/>
                  </a:cubicBezTo>
                  <a:close/>
                  <a:moveTo>
                    <a:pt x="1436008" y="894512"/>
                  </a:moveTo>
                  <a:lnTo>
                    <a:pt x="1553423" y="894512"/>
                  </a:lnTo>
                  <a:cubicBezTo>
                    <a:pt x="1549546" y="864670"/>
                    <a:pt x="1526686" y="844134"/>
                    <a:pt x="1494911" y="844134"/>
                  </a:cubicBezTo>
                  <a:cubicBezTo>
                    <a:pt x="1463526" y="844134"/>
                    <a:pt x="1440666" y="864280"/>
                    <a:pt x="1436018" y="894512"/>
                  </a:cubicBezTo>
                  <a:close/>
                </a:path>
              </a:pathLst>
            </a:custGeom>
            <a:solidFill>
              <a:srgbClr val="FF31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888379B8-BE93-6795-F0B2-A24BE2D7FDE0}"/>
                </a:ext>
              </a:extLst>
            </p:cNvPr>
            <p:cNvSpPr/>
            <p:nvPr/>
          </p:nvSpPr>
          <p:spPr bwMode="gray">
            <a:xfrm>
              <a:off x="1214773" y="604593"/>
              <a:ext cx="7019858" cy="1394326"/>
            </a:xfrm>
            <a:custGeom>
              <a:avLst/>
              <a:gdLst>
                <a:gd name="connsiteX0" fmla="*/ 4682443 w 7019858"/>
                <a:gd name="connsiteY0" fmla="*/ 246955 h 1394326"/>
                <a:gd name="connsiteX1" fmla="*/ 4499439 w 7019858"/>
                <a:gd name="connsiteY1" fmla="*/ 64903 h 1394326"/>
                <a:gd name="connsiteX2" fmla="*/ 4235825 w 7019858"/>
                <a:gd name="connsiteY2" fmla="*/ 419 h 1394326"/>
                <a:gd name="connsiteX3" fmla="*/ 4006348 w 7019858"/>
                <a:gd name="connsiteY3" fmla="*/ 56359 h 1394326"/>
                <a:gd name="connsiteX4" fmla="*/ 3902050 w 7019858"/>
                <a:gd name="connsiteY4" fmla="*/ 142770 h 1394326"/>
                <a:gd name="connsiteX5" fmla="*/ 3902050 w 7019858"/>
                <a:gd name="connsiteY5" fmla="*/ 13687 h 1394326"/>
                <a:gd name="connsiteX6" fmla="*/ 3676364 w 7019858"/>
                <a:gd name="connsiteY6" fmla="*/ 13687 h 1394326"/>
                <a:gd name="connsiteX7" fmla="*/ 3676364 w 7019858"/>
                <a:gd name="connsiteY7" fmla="*/ 1394327 h 1394326"/>
                <a:gd name="connsiteX8" fmla="*/ 3911527 w 7019858"/>
                <a:gd name="connsiteY8" fmla="*/ 1394327 h 1394326"/>
                <a:gd name="connsiteX9" fmla="*/ 3911527 w 7019858"/>
                <a:gd name="connsiteY9" fmla="*/ 902961 h 1394326"/>
                <a:gd name="connsiteX10" fmla="*/ 4010140 w 7019858"/>
                <a:gd name="connsiteY10" fmla="*/ 983742 h 1394326"/>
                <a:gd name="connsiteX11" fmla="*/ 4235825 w 7019858"/>
                <a:gd name="connsiteY11" fmla="*/ 1039682 h 1394326"/>
                <a:gd name="connsiteX12" fmla="*/ 4499439 w 7019858"/>
                <a:gd name="connsiteY12" fmla="*/ 975198 h 1394326"/>
                <a:gd name="connsiteX13" fmla="*/ 4682443 w 7019858"/>
                <a:gd name="connsiteY13" fmla="*/ 794080 h 1394326"/>
                <a:gd name="connsiteX14" fmla="*/ 4749775 w 7019858"/>
                <a:gd name="connsiteY14" fmla="*/ 520046 h 1394326"/>
                <a:gd name="connsiteX15" fmla="*/ 4682443 w 7019858"/>
                <a:gd name="connsiteY15" fmla="*/ 246945 h 1394326"/>
                <a:gd name="connsiteX16" fmla="*/ 4469092 w 7019858"/>
                <a:gd name="connsiteY16" fmla="*/ 686924 h 1394326"/>
                <a:gd name="connsiteX17" fmla="*/ 4361936 w 7019858"/>
                <a:gd name="connsiteY17" fmla="*/ 798814 h 1394326"/>
                <a:gd name="connsiteX18" fmla="*/ 4207374 w 7019858"/>
                <a:gd name="connsiteY18" fmla="*/ 838648 h 1394326"/>
                <a:gd name="connsiteX19" fmla="*/ 4055650 w 7019858"/>
                <a:gd name="connsiteY19" fmla="*/ 798814 h 1394326"/>
                <a:gd name="connsiteX20" fmla="*/ 3947560 w 7019858"/>
                <a:gd name="connsiteY20" fmla="*/ 686924 h 1394326"/>
                <a:gd name="connsiteX21" fmla="*/ 3907736 w 7019858"/>
                <a:gd name="connsiteY21" fmla="*/ 520046 h 1394326"/>
                <a:gd name="connsiteX22" fmla="*/ 3947560 w 7019858"/>
                <a:gd name="connsiteY22" fmla="*/ 352215 h 1394326"/>
                <a:gd name="connsiteX23" fmla="*/ 4055650 w 7019858"/>
                <a:gd name="connsiteY23" fmla="*/ 242211 h 1394326"/>
                <a:gd name="connsiteX24" fmla="*/ 4207374 w 7019858"/>
                <a:gd name="connsiteY24" fmla="*/ 203340 h 1394326"/>
                <a:gd name="connsiteX25" fmla="*/ 4361936 w 7019858"/>
                <a:gd name="connsiteY25" fmla="*/ 242211 h 1394326"/>
                <a:gd name="connsiteX26" fmla="*/ 4469092 w 7019858"/>
                <a:gd name="connsiteY26" fmla="*/ 352215 h 1394326"/>
                <a:gd name="connsiteX27" fmla="*/ 4508925 w 7019858"/>
                <a:gd name="connsiteY27" fmla="*/ 520046 h 1394326"/>
                <a:gd name="connsiteX28" fmla="*/ 4469092 w 7019858"/>
                <a:gd name="connsiteY28" fmla="*/ 686924 h 1394326"/>
                <a:gd name="connsiteX29" fmla="*/ 5832644 w 7019858"/>
                <a:gd name="connsiteY29" fmla="*/ 248841 h 1394326"/>
                <a:gd name="connsiteX30" fmla="*/ 5650592 w 7019858"/>
                <a:gd name="connsiteY30" fmla="*/ 65837 h 1394326"/>
                <a:gd name="connsiteX31" fmla="*/ 5386978 w 7019858"/>
                <a:gd name="connsiteY31" fmla="*/ 410 h 1394326"/>
                <a:gd name="connsiteX32" fmla="*/ 5116735 w 7019858"/>
                <a:gd name="connsiteY32" fmla="*/ 67732 h 1394326"/>
                <a:gd name="connsiteX33" fmla="*/ 4930883 w 7019858"/>
                <a:gd name="connsiteY33" fmla="*/ 251698 h 1394326"/>
                <a:gd name="connsiteX34" fmla="*/ 4863551 w 7019858"/>
                <a:gd name="connsiteY34" fmla="*/ 520046 h 1394326"/>
                <a:gd name="connsiteX35" fmla="*/ 4932769 w 7019858"/>
                <a:gd name="connsiteY35" fmla="*/ 788394 h 1394326"/>
                <a:gd name="connsiteX36" fmla="*/ 5128117 w 7019858"/>
                <a:gd name="connsiteY36" fmla="*/ 972360 h 1394326"/>
                <a:gd name="connsiteX37" fmla="*/ 5423021 w 7019858"/>
                <a:gd name="connsiteY37" fmla="*/ 1039682 h 1394326"/>
                <a:gd name="connsiteX38" fmla="*/ 5659127 w 7019858"/>
                <a:gd name="connsiteY38" fmla="*/ 997972 h 1394326"/>
                <a:gd name="connsiteX39" fmla="*/ 5832653 w 7019858"/>
                <a:gd name="connsiteY39" fmla="*/ 876586 h 1394326"/>
                <a:gd name="connsiteX40" fmla="*/ 5703704 w 7019858"/>
                <a:gd name="connsiteY40" fmla="*/ 728662 h 1394326"/>
                <a:gd name="connsiteX41" fmla="*/ 5582336 w 7019858"/>
                <a:gd name="connsiteY41" fmla="*/ 812111 h 1394326"/>
                <a:gd name="connsiteX42" fmla="*/ 5428707 w 7019858"/>
                <a:gd name="connsiteY42" fmla="*/ 840553 h 1394326"/>
                <a:gd name="connsiteX43" fmla="*/ 5252342 w 7019858"/>
                <a:gd name="connsiteY43" fmla="*/ 801672 h 1394326"/>
                <a:gd name="connsiteX44" fmla="*/ 5135699 w 7019858"/>
                <a:gd name="connsiteY44" fmla="*/ 692620 h 1394326"/>
                <a:gd name="connsiteX45" fmla="*/ 5100524 w 7019858"/>
                <a:gd name="connsiteY45" fmla="*/ 595894 h 1394326"/>
                <a:gd name="connsiteX46" fmla="*/ 5895242 w 7019858"/>
                <a:gd name="connsiteY46" fmla="*/ 595894 h 1394326"/>
                <a:gd name="connsiteX47" fmla="*/ 5898080 w 7019858"/>
                <a:gd name="connsiteY47" fmla="*/ 560822 h 1394326"/>
                <a:gd name="connsiteX48" fmla="*/ 5899033 w 7019858"/>
                <a:gd name="connsiteY48" fmla="*/ 527618 h 1394326"/>
                <a:gd name="connsiteX49" fmla="*/ 5832653 w 7019858"/>
                <a:gd name="connsiteY49" fmla="*/ 248841 h 1394326"/>
                <a:gd name="connsiteX50" fmla="*/ 5130956 w 7019858"/>
                <a:gd name="connsiteY50" fmla="*/ 336080 h 1394326"/>
                <a:gd name="connsiteX51" fmla="*/ 5234321 w 7019858"/>
                <a:gd name="connsiteY51" fmla="*/ 230819 h 1394326"/>
                <a:gd name="connsiteX52" fmla="*/ 5386988 w 7019858"/>
                <a:gd name="connsiteY52" fmla="*/ 193843 h 1394326"/>
                <a:gd name="connsiteX53" fmla="*/ 5538711 w 7019858"/>
                <a:gd name="connsiteY53" fmla="*/ 230819 h 1394326"/>
                <a:gd name="connsiteX54" fmla="*/ 5640172 w 7019858"/>
                <a:gd name="connsiteY54" fmla="*/ 335118 h 1394326"/>
                <a:gd name="connsiteX55" fmla="*/ 5672767 w 7019858"/>
                <a:gd name="connsiteY55" fmla="*/ 438493 h 1394326"/>
                <a:gd name="connsiteX56" fmla="*/ 5098780 w 7019858"/>
                <a:gd name="connsiteY56" fmla="*/ 438493 h 1394326"/>
                <a:gd name="connsiteX57" fmla="*/ 5130965 w 7019858"/>
                <a:gd name="connsiteY57" fmla="*/ 336080 h 1394326"/>
                <a:gd name="connsiteX58" fmla="*/ 6963909 w 7019858"/>
                <a:gd name="connsiteY58" fmla="*/ 193843 h 1394326"/>
                <a:gd name="connsiteX59" fmla="*/ 7019859 w 7019858"/>
                <a:gd name="connsiteY59" fmla="*/ 446084 h 1394326"/>
                <a:gd name="connsiteX60" fmla="*/ 7019859 w 7019858"/>
                <a:gd name="connsiteY60" fmla="*/ 1026404 h 1394326"/>
                <a:gd name="connsiteX61" fmla="*/ 6782791 w 7019858"/>
                <a:gd name="connsiteY61" fmla="*/ 1026404 h 1394326"/>
                <a:gd name="connsiteX62" fmla="*/ 6782791 w 7019858"/>
                <a:gd name="connsiteY62" fmla="*/ 476421 h 1394326"/>
                <a:gd name="connsiteX63" fmla="*/ 6720211 w 7019858"/>
                <a:gd name="connsiteY63" fmla="*/ 275387 h 1394326"/>
                <a:gd name="connsiteX64" fmla="*/ 6541941 w 7019858"/>
                <a:gd name="connsiteY64" fmla="*/ 209017 h 1394326"/>
                <a:gd name="connsiteX65" fmla="*/ 6394019 w 7019858"/>
                <a:gd name="connsiteY65" fmla="*/ 243145 h 1394326"/>
                <a:gd name="connsiteX66" fmla="*/ 6294454 w 7019858"/>
                <a:gd name="connsiteY66" fmla="*/ 344605 h 1394326"/>
                <a:gd name="connsiteX67" fmla="*/ 6259363 w 7019858"/>
                <a:gd name="connsiteY67" fmla="*/ 514350 h 1394326"/>
                <a:gd name="connsiteX68" fmla="*/ 6259363 w 7019858"/>
                <a:gd name="connsiteY68" fmla="*/ 1026404 h 1394326"/>
                <a:gd name="connsiteX69" fmla="*/ 6024210 w 7019858"/>
                <a:gd name="connsiteY69" fmla="*/ 1026404 h 1394326"/>
                <a:gd name="connsiteX70" fmla="*/ 6024210 w 7019858"/>
                <a:gd name="connsiteY70" fmla="*/ 13678 h 1394326"/>
                <a:gd name="connsiteX71" fmla="*/ 6249886 w 7019858"/>
                <a:gd name="connsiteY71" fmla="*/ 13678 h 1394326"/>
                <a:gd name="connsiteX72" fmla="*/ 6249886 w 7019858"/>
                <a:gd name="connsiteY72" fmla="*/ 143942 h 1394326"/>
                <a:gd name="connsiteX73" fmla="*/ 6362729 w 7019858"/>
                <a:gd name="connsiteY73" fmla="*/ 53521 h 1394326"/>
                <a:gd name="connsiteX74" fmla="*/ 6596949 w 7019858"/>
                <a:gd name="connsiteY74" fmla="*/ 419 h 1394326"/>
                <a:gd name="connsiteX75" fmla="*/ 6814090 w 7019858"/>
                <a:gd name="connsiteY75" fmla="*/ 47835 h 1394326"/>
                <a:gd name="connsiteX76" fmla="*/ 6963918 w 7019858"/>
                <a:gd name="connsiteY76" fmla="*/ 193853 h 1394326"/>
                <a:gd name="connsiteX77" fmla="*/ 520046 w 7019858"/>
                <a:gd name="connsiteY77" fmla="*/ 1040101 h 1394326"/>
                <a:gd name="connsiteX78" fmla="*/ 0 w 7019858"/>
                <a:gd name="connsiteY78" fmla="*/ 520065 h 1394326"/>
                <a:gd name="connsiteX79" fmla="*/ 520046 w 7019858"/>
                <a:gd name="connsiteY79" fmla="*/ 10 h 1394326"/>
                <a:gd name="connsiteX80" fmla="*/ 520046 w 7019858"/>
                <a:gd name="connsiteY80" fmla="*/ 213789 h 1394326"/>
                <a:gd name="connsiteX81" fmla="*/ 213779 w 7019858"/>
                <a:gd name="connsiteY81" fmla="*/ 520065 h 1394326"/>
                <a:gd name="connsiteX82" fmla="*/ 520046 w 7019858"/>
                <a:gd name="connsiteY82" fmla="*/ 826332 h 1394326"/>
                <a:gd name="connsiteX83" fmla="*/ 520046 w 7019858"/>
                <a:gd name="connsiteY83" fmla="*/ 1040111 h 1394326"/>
                <a:gd name="connsiteX84" fmla="*/ 3034122 w 7019858"/>
                <a:gd name="connsiteY84" fmla="*/ 1040101 h 1394326"/>
                <a:gd name="connsiteX85" fmla="*/ 3034122 w 7019858"/>
                <a:gd name="connsiteY85" fmla="*/ 826322 h 1394326"/>
                <a:gd name="connsiteX86" fmla="*/ 3340389 w 7019858"/>
                <a:gd name="connsiteY86" fmla="*/ 520055 h 1394326"/>
                <a:gd name="connsiteX87" fmla="*/ 3034122 w 7019858"/>
                <a:gd name="connsiteY87" fmla="*/ 213779 h 1394326"/>
                <a:gd name="connsiteX88" fmla="*/ 3034122 w 7019858"/>
                <a:gd name="connsiteY88" fmla="*/ 0 h 1394326"/>
                <a:gd name="connsiteX89" fmla="*/ 3554178 w 7019858"/>
                <a:gd name="connsiteY89" fmla="*/ 520055 h 1394326"/>
                <a:gd name="connsiteX90" fmla="*/ 3034122 w 7019858"/>
                <a:gd name="connsiteY90" fmla="*/ 1040092 h 139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019858" h="1394326">
                  <a:moveTo>
                    <a:pt x="4682443" y="246955"/>
                  </a:moveTo>
                  <a:cubicBezTo>
                    <a:pt x="4637551" y="168583"/>
                    <a:pt x="4576534" y="107899"/>
                    <a:pt x="4499439" y="64903"/>
                  </a:cubicBezTo>
                  <a:cubicBezTo>
                    <a:pt x="4422296" y="21927"/>
                    <a:pt x="4334447" y="419"/>
                    <a:pt x="4235825" y="419"/>
                  </a:cubicBezTo>
                  <a:cubicBezTo>
                    <a:pt x="4151100" y="419"/>
                    <a:pt x="4074624" y="19088"/>
                    <a:pt x="4006348" y="56359"/>
                  </a:cubicBezTo>
                  <a:cubicBezTo>
                    <a:pt x="3966163" y="78315"/>
                    <a:pt x="3931491" y="107242"/>
                    <a:pt x="3902050" y="142770"/>
                  </a:cubicBezTo>
                  <a:lnTo>
                    <a:pt x="3902050" y="13687"/>
                  </a:lnTo>
                  <a:lnTo>
                    <a:pt x="3676364" y="13687"/>
                  </a:lnTo>
                  <a:lnTo>
                    <a:pt x="3676364" y="1394327"/>
                  </a:lnTo>
                  <a:lnTo>
                    <a:pt x="3911527" y="1394327"/>
                  </a:lnTo>
                  <a:lnTo>
                    <a:pt x="3911527" y="902961"/>
                  </a:lnTo>
                  <a:cubicBezTo>
                    <a:pt x="3940150" y="935955"/>
                    <a:pt x="3972925" y="963044"/>
                    <a:pt x="4010140" y="983742"/>
                  </a:cubicBezTo>
                  <a:cubicBezTo>
                    <a:pt x="4077129" y="1021051"/>
                    <a:pt x="4152386" y="1039682"/>
                    <a:pt x="4235825" y="1039682"/>
                  </a:cubicBezTo>
                  <a:cubicBezTo>
                    <a:pt x="4334447" y="1039682"/>
                    <a:pt x="4422296" y="1018204"/>
                    <a:pt x="4499439" y="975198"/>
                  </a:cubicBezTo>
                  <a:cubicBezTo>
                    <a:pt x="4576534" y="932231"/>
                    <a:pt x="4637551" y="871842"/>
                    <a:pt x="4682443" y="794080"/>
                  </a:cubicBezTo>
                  <a:cubicBezTo>
                    <a:pt x="4727305" y="716328"/>
                    <a:pt x="4749775" y="625011"/>
                    <a:pt x="4749775" y="520046"/>
                  </a:cubicBezTo>
                  <a:cubicBezTo>
                    <a:pt x="4749775" y="416376"/>
                    <a:pt x="4727305" y="325345"/>
                    <a:pt x="4682443" y="246945"/>
                  </a:cubicBezTo>
                  <a:moveTo>
                    <a:pt x="4469092" y="686924"/>
                  </a:moveTo>
                  <a:cubicBezTo>
                    <a:pt x="4442546" y="734997"/>
                    <a:pt x="4406808" y="772268"/>
                    <a:pt x="4361936" y="798814"/>
                  </a:cubicBezTo>
                  <a:cubicBezTo>
                    <a:pt x="4317044" y="825360"/>
                    <a:pt x="4265505" y="838648"/>
                    <a:pt x="4207374" y="838648"/>
                  </a:cubicBezTo>
                  <a:cubicBezTo>
                    <a:pt x="4151729" y="838648"/>
                    <a:pt x="4101170" y="825370"/>
                    <a:pt x="4055650" y="798814"/>
                  </a:cubicBezTo>
                  <a:cubicBezTo>
                    <a:pt x="4010140" y="772268"/>
                    <a:pt x="3974106" y="734987"/>
                    <a:pt x="3947560" y="686924"/>
                  </a:cubicBezTo>
                  <a:cubicBezTo>
                    <a:pt x="3921014" y="638889"/>
                    <a:pt x="3907736" y="583282"/>
                    <a:pt x="3907736" y="520046"/>
                  </a:cubicBezTo>
                  <a:cubicBezTo>
                    <a:pt x="3907736" y="455562"/>
                    <a:pt x="3921005" y="399612"/>
                    <a:pt x="3947560" y="352215"/>
                  </a:cubicBezTo>
                  <a:cubicBezTo>
                    <a:pt x="3974106" y="304800"/>
                    <a:pt x="4010140" y="268138"/>
                    <a:pt x="4055650" y="242211"/>
                  </a:cubicBezTo>
                  <a:cubicBezTo>
                    <a:pt x="4101170" y="216322"/>
                    <a:pt x="4151729" y="203340"/>
                    <a:pt x="4207374" y="203340"/>
                  </a:cubicBezTo>
                  <a:cubicBezTo>
                    <a:pt x="4265505" y="203340"/>
                    <a:pt x="4317044" y="216313"/>
                    <a:pt x="4361936" y="242211"/>
                  </a:cubicBezTo>
                  <a:cubicBezTo>
                    <a:pt x="4406799" y="268138"/>
                    <a:pt x="4442536" y="304800"/>
                    <a:pt x="4469092" y="352215"/>
                  </a:cubicBezTo>
                  <a:cubicBezTo>
                    <a:pt x="4495638" y="399612"/>
                    <a:pt x="4508925" y="455571"/>
                    <a:pt x="4508925" y="520046"/>
                  </a:cubicBezTo>
                  <a:cubicBezTo>
                    <a:pt x="4508925" y="583282"/>
                    <a:pt x="4495648" y="638899"/>
                    <a:pt x="4469092" y="686924"/>
                  </a:cubicBezTo>
                  <a:moveTo>
                    <a:pt x="5832644" y="248841"/>
                  </a:moveTo>
                  <a:cubicBezTo>
                    <a:pt x="5788381" y="170459"/>
                    <a:pt x="5727688" y="109452"/>
                    <a:pt x="5650592" y="65837"/>
                  </a:cubicBezTo>
                  <a:cubicBezTo>
                    <a:pt x="5573449" y="22212"/>
                    <a:pt x="5485600" y="410"/>
                    <a:pt x="5386978" y="410"/>
                  </a:cubicBezTo>
                  <a:cubicBezTo>
                    <a:pt x="5285823" y="410"/>
                    <a:pt x="5195726" y="22879"/>
                    <a:pt x="5116735" y="67732"/>
                  </a:cubicBezTo>
                  <a:cubicBezTo>
                    <a:pt x="5037706" y="112633"/>
                    <a:pt x="4975737" y="173936"/>
                    <a:pt x="4930883" y="251698"/>
                  </a:cubicBezTo>
                  <a:cubicBezTo>
                    <a:pt x="4885992" y="329441"/>
                    <a:pt x="4863551" y="418909"/>
                    <a:pt x="4863551" y="520046"/>
                  </a:cubicBezTo>
                  <a:cubicBezTo>
                    <a:pt x="4863551" y="621182"/>
                    <a:pt x="4886601" y="710651"/>
                    <a:pt x="4932769" y="788394"/>
                  </a:cubicBezTo>
                  <a:cubicBezTo>
                    <a:pt x="4978908" y="866156"/>
                    <a:pt x="5044011" y="927497"/>
                    <a:pt x="5128117" y="972360"/>
                  </a:cubicBezTo>
                  <a:cubicBezTo>
                    <a:pt x="5212176" y="1017261"/>
                    <a:pt x="5310474" y="1039682"/>
                    <a:pt x="5423021" y="1039682"/>
                  </a:cubicBezTo>
                  <a:cubicBezTo>
                    <a:pt x="5511499" y="1039682"/>
                    <a:pt x="5590213" y="1025795"/>
                    <a:pt x="5659127" y="997972"/>
                  </a:cubicBezTo>
                  <a:cubicBezTo>
                    <a:pt x="5728021" y="970169"/>
                    <a:pt x="5785876" y="929697"/>
                    <a:pt x="5832653" y="876586"/>
                  </a:cubicBezTo>
                  <a:lnTo>
                    <a:pt x="5703704" y="728662"/>
                  </a:lnTo>
                  <a:cubicBezTo>
                    <a:pt x="5668299" y="765353"/>
                    <a:pt x="5627837" y="793128"/>
                    <a:pt x="5582336" y="812111"/>
                  </a:cubicBezTo>
                  <a:cubicBezTo>
                    <a:pt x="5536816" y="831056"/>
                    <a:pt x="5485609" y="840553"/>
                    <a:pt x="5428707" y="840553"/>
                  </a:cubicBezTo>
                  <a:cubicBezTo>
                    <a:pt x="5361680" y="840553"/>
                    <a:pt x="5302892" y="827608"/>
                    <a:pt x="5252342" y="801672"/>
                  </a:cubicBezTo>
                  <a:cubicBezTo>
                    <a:pt x="5201755" y="775783"/>
                    <a:pt x="5162874" y="739407"/>
                    <a:pt x="5135699" y="692620"/>
                  </a:cubicBezTo>
                  <a:cubicBezTo>
                    <a:pt x="5118555" y="663159"/>
                    <a:pt x="5106858" y="630907"/>
                    <a:pt x="5100524" y="595894"/>
                  </a:cubicBezTo>
                  <a:lnTo>
                    <a:pt x="5895242" y="595894"/>
                  </a:lnTo>
                  <a:cubicBezTo>
                    <a:pt x="5896490" y="585788"/>
                    <a:pt x="5897433" y="574091"/>
                    <a:pt x="5898080" y="560822"/>
                  </a:cubicBezTo>
                  <a:cubicBezTo>
                    <a:pt x="5898699" y="547526"/>
                    <a:pt x="5899033" y="536486"/>
                    <a:pt x="5899033" y="527618"/>
                  </a:cubicBezTo>
                  <a:cubicBezTo>
                    <a:pt x="5899033" y="420176"/>
                    <a:pt x="5876897" y="327250"/>
                    <a:pt x="5832653" y="248841"/>
                  </a:cubicBezTo>
                  <a:moveTo>
                    <a:pt x="5130956" y="336080"/>
                  </a:moveTo>
                  <a:cubicBezTo>
                    <a:pt x="5154959" y="290560"/>
                    <a:pt x="5189421" y="255470"/>
                    <a:pt x="5234321" y="230819"/>
                  </a:cubicBezTo>
                  <a:cubicBezTo>
                    <a:pt x="5279184" y="206169"/>
                    <a:pt x="5330095" y="193843"/>
                    <a:pt x="5386988" y="193843"/>
                  </a:cubicBezTo>
                  <a:cubicBezTo>
                    <a:pt x="5445119" y="193843"/>
                    <a:pt x="5495716" y="206178"/>
                    <a:pt x="5538711" y="230819"/>
                  </a:cubicBezTo>
                  <a:cubicBezTo>
                    <a:pt x="5581679" y="255470"/>
                    <a:pt x="5615511" y="290265"/>
                    <a:pt x="5640172" y="335118"/>
                  </a:cubicBezTo>
                  <a:cubicBezTo>
                    <a:pt x="5657450" y="366608"/>
                    <a:pt x="5668223" y="401117"/>
                    <a:pt x="5672767" y="438493"/>
                  </a:cubicBezTo>
                  <a:lnTo>
                    <a:pt x="5098780" y="438493"/>
                  </a:lnTo>
                  <a:cubicBezTo>
                    <a:pt x="5104009" y="401174"/>
                    <a:pt x="5114640" y="366979"/>
                    <a:pt x="5130965" y="336080"/>
                  </a:cubicBezTo>
                  <a:moveTo>
                    <a:pt x="6963909" y="193843"/>
                  </a:moveTo>
                  <a:cubicBezTo>
                    <a:pt x="7001190" y="259594"/>
                    <a:pt x="7019859" y="343672"/>
                    <a:pt x="7019859" y="446084"/>
                  </a:cubicBezTo>
                  <a:lnTo>
                    <a:pt x="7019859" y="1026404"/>
                  </a:lnTo>
                  <a:lnTo>
                    <a:pt x="6782791" y="1026404"/>
                  </a:lnTo>
                  <a:lnTo>
                    <a:pt x="6782791" y="476421"/>
                  </a:lnTo>
                  <a:cubicBezTo>
                    <a:pt x="6782791" y="386667"/>
                    <a:pt x="6761931" y="319669"/>
                    <a:pt x="6720211" y="275387"/>
                  </a:cubicBezTo>
                  <a:cubicBezTo>
                    <a:pt x="6678492" y="231153"/>
                    <a:pt x="6619047" y="209017"/>
                    <a:pt x="6541941" y="209017"/>
                  </a:cubicBezTo>
                  <a:cubicBezTo>
                    <a:pt x="6486297" y="209017"/>
                    <a:pt x="6436986" y="220399"/>
                    <a:pt x="6394019" y="243145"/>
                  </a:cubicBezTo>
                  <a:cubicBezTo>
                    <a:pt x="6351032" y="265909"/>
                    <a:pt x="6317828" y="299752"/>
                    <a:pt x="6294454" y="344605"/>
                  </a:cubicBezTo>
                  <a:cubicBezTo>
                    <a:pt x="6271050" y="389515"/>
                    <a:pt x="6259363" y="446075"/>
                    <a:pt x="6259363" y="514350"/>
                  </a:cubicBezTo>
                  <a:lnTo>
                    <a:pt x="6259363" y="1026404"/>
                  </a:lnTo>
                  <a:lnTo>
                    <a:pt x="6024210" y="1026404"/>
                  </a:lnTo>
                  <a:lnTo>
                    <a:pt x="6024210" y="13678"/>
                  </a:lnTo>
                  <a:lnTo>
                    <a:pt x="6249886" y="13678"/>
                  </a:lnTo>
                  <a:lnTo>
                    <a:pt x="6249886" y="143942"/>
                  </a:lnTo>
                  <a:cubicBezTo>
                    <a:pt x="6280109" y="107385"/>
                    <a:pt x="6317590" y="77133"/>
                    <a:pt x="6362729" y="53521"/>
                  </a:cubicBezTo>
                  <a:cubicBezTo>
                    <a:pt x="6430356" y="18136"/>
                    <a:pt x="6508432" y="419"/>
                    <a:pt x="6596949" y="419"/>
                  </a:cubicBezTo>
                  <a:cubicBezTo>
                    <a:pt x="6679121" y="419"/>
                    <a:pt x="6751511" y="16221"/>
                    <a:pt x="6814090" y="47835"/>
                  </a:cubicBezTo>
                  <a:cubicBezTo>
                    <a:pt x="6876679" y="79439"/>
                    <a:pt x="6926619" y="128121"/>
                    <a:pt x="6963918" y="193853"/>
                  </a:cubicBezTo>
                  <a:moveTo>
                    <a:pt x="520046" y="1040101"/>
                  </a:moveTo>
                  <a:cubicBezTo>
                    <a:pt x="233296" y="1040101"/>
                    <a:pt x="0" y="806815"/>
                    <a:pt x="0" y="520065"/>
                  </a:cubicBezTo>
                  <a:cubicBezTo>
                    <a:pt x="0" y="233315"/>
                    <a:pt x="233286" y="10"/>
                    <a:pt x="520046" y="10"/>
                  </a:cubicBezTo>
                  <a:lnTo>
                    <a:pt x="520046" y="213789"/>
                  </a:lnTo>
                  <a:cubicBezTo>
                    <a:pt x="351168" y="213789"/>
                    <a:pt x="213779" y="351187"/>
                    <a:pt x="213779" y="520065"/>
                  </a:cubicBezTo>
                  <a:cubicBezTo>
                    <a:pt x="213779" y="688943"/>
                    <a:pt x="351168" y="826332"/>
                    <a:pt x="520046" y="826332"/>
                  </a:cubicBezTo>
                  <a:lnTo>
                    <a:pt x="520046" y="1040111"/>
                  </a:lnTo>
                  <a:close/>
                  <a:moveTo>
                    <a:pt x="3034122" y="1040101"/>
                  </a:moveTo>
                  <a:lnTo>
                    <a:pt x="3034122" y="826322"/>
                  </a:lnTo>
                  <a:cubicBezTo>
                    <a:pt x="3203000" y="826322"/>
                    <a:pt x="3340389" y="688924"/>
                    <a:pt x="3340389" y="520055"/>
                  </a:cubicBezTo>
                  <a:cubicBezTo>
                    <a:pt x="3340389" y="351187"/>
                    <a:pt x="3203000" y="213779"/>
                    <a:pt x="3034122" y="213779"/>
                  </a:cubicBezTo>
                  <a:lnTo>
                    <a:pt x="3034122" y="0"/>
                  </a:lnTo>
                  <a:cubicBezTo>
                    <a:pt x="3320872" y="0"/>
                    <a:pt x="3554178" y="233286"/>
                    <a:pt x="3554178" y="520055"/>
                  </a:cubicBezTo>
                  <a:cubicBezTo>
                    <a:pt x="3554178" y="806825"/>
                    <a:pt x="3320882" y="1040092"/>
                    <a:pt x="3034122" y="104009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3503428" y="3949390"/>
            <a:ext cx="7818622" cy="720000"/>
          </a:xfrm>
        </p:spPr>
        <p:txBody>
          <a:bodyPr/>
          <a:lstStyle>
            <a:lvl1pPr marL="0" indent="0" algn="l">
              <a:lnSpc>
                <a:spcPct val="98000"/>
              </a:lnSpc>
              <a:spcAft>
                <a:spcPts val="0"/>
              </a:spcAft>
              <a:buNone/>
              <a:defRPr sz="1850" spc="0" baseline="0">
                <a:solidFill>
                  <a:schemeClr val="bg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Sous-titre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/>
              <a:t>Démonstration 1 | AIFE - Données essentielles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>
          <a:xfrm>
            <a:off x="3503428" y="2349452"/>
            <a:ext cx="7818622" cy="1440000"/>
          </a:xfrm>
        </p:spPr>
        <p:txBody>
          <a:bodyPr/>
          <a:lstStyle>
            <a:lvl1pPr>
              <a:lnSpc>
                <a:spcPct val="96000"/>
              </a:lnSpc>
              <a:defRPr sz="3350" spc="-7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BCF7C60-29B8-69AA-EEE5-BCF39E270D9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573200" y="1357200"/>
            <a:ext cx="4500000" cy="893817"/>
            <a:chOff x="1214773" y="604593"/>
            <a:chExt cx="7019858" cy="1394326"/>
          </a:xfrm>
        </p:grpSpPr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4E0B9685-34A1-5AED-ACAE-27BA11D589D0}"/>
                </a:ext>
              </a:extLst>
            </p:cNvPr>
            <p:cNvSpPr/>
            <p:nvPr/>
          </p:nvSpPr>
          <p:spPr>
            <a:xfrm>
              <a:off x="1903249" y="616918"/>
              <a:ext cx="2173948" cy="1089821"/>
            </a:xfrm>
            <a:custGeom>
              <a:avLst/>
              <a:gdLst>
                <a:gd name="connsiteX0" fmla="*/ 919096 w 2173948"/>
                <a:gd name="connsiteY0" fmla="*/ 2334 h 1089821"/>
                <a:gd name="connsiteX1" fmla="*/ 822217 w 2173948"/>
                <a:gd name="connsiteY1" fmla="*/ 225914 h 1089821"/>
                <a:gd name="connsiteX2" fmla="*/ 742388 w 2173948"/>
                <a:gd name="connsiteY2" fmla="*/ 287141 h 1089821"/>
                <a:gd name="connsiteX3" fmla="*/ 686972 w 2173948"/>
                <a:gd name="connsiteY3" fmla="*/ 268148 h 1089821"/>
                <a:gd name="connsiteX4" fmla="*/ 706346 w 2173948"/>
                <a:gd name="connsiteY4" fmla="*/ 232496 h 1089821"/>
                <a:gd name="connsiteX5" fmla="*/ 741998 w 2173948"/>
                <a:gd name="connsiteY5" fmla="*/ 246840 h 1089821"/>
                <a:gd name="connsiteX6" fmla="*/ 778421 w 2173948"/>
                <a:gd name="connsiteY6" fmla="*/ 218161 h 1089821"/>
                <a:gd name="connsiteX7" fmla="*/ 781907 w 2173948"/>
                <a:gd name="connsiteY7" fmla="*/ 210026 h 1089821"/>
                <a:gd name="connsiteX8" fmla="*/ 691620 w 2173948"/>
                <a:gd name="connsiteY8" fmla="*/ 2324 h 1089821"/>
                <a:gd name="connsiteX9" fmla="*/ 741998 w 2173948"/>
                <a:gd name="connsiteY9" fmla="*/ 2324 h 1089821"/>
                <a:gd name="connsiteX10" fmla="*/ 807101 w 2173948"/>
                <a:gd name="connsiteY10" fmla="*/ 155391 h 1089821"/>
                <a:gd name="connsiteX11" fmla="*/ 872595 w 2173948"/>
                <a:gd name="connsiteY11" fmla="*/ 2324 h 1089821"/>
                <a:gd name="connsiteX12" fmla="*/ 919096 w 2173948"/>
                <a:gd name="connsiteY12" fmla="*/ 2324 h 1089821"/>
                <a:gd name="connsiteX13" fmla="*/ 929040 w 2173948"/>
                <a:gd name="connsiteY13" fmla="*/ 105794 h 1089821"/>
                <a:gd name="connsiteX14" fmla="*/ 1039092 w 2173948"/>
                <a:gd name="connsiteY14" fmla="*/ 0 h 1089821"/>
                <a:gd name="connsiteX15" fmla="*/ 1149534 w 2173948"/>
                <a:gd name="connsiteY15" fmla="*/ 105794 h 1089821"/>
                <a:gd name="connsiteX16" fmla="*/ 1039092 w 2173948"/>
                <a:gd name="connsiteY16" fmla="*/ 211969 h 1089821"/>
                <a:gd name="connsiteX17" fmla="*/ 929040 w 2173948"/>
                <a:gd name="connsiteY17" fmla="*/ 105794 h 1089821"/>
                <a:gd name="connsiteX18" fmla="*/ 1100700 w 2173948"/>
                <a:gd name="connsiteY18" fmla="*/ 105794 h 1089821"/>
                <a:gd name="connsiteX19" fmla="*/ 1039092 w 2173948"/>
                <a:gd name="connsiteY19" fmla="*/ 41081 h 1089821"/>
                <a:gd name="connsiteX20" fmla="*/ 977865 w 2173948"/>
                <a:gd name="connsiteY20" fmla="*/ 105794 h 1089821"/>
                <a:gd name="connsiteX21" fmla="*/ 1039092 w 2173948"/>
                <a:gd name="connsiteY21" fmla="*/ 170507 h 1089821"/>
                <a:gd name="connsiteX22" fmla="*/ 1100700 w 2173948"/>
                <a:gd name="connsiteY22" fmla="*/ 105794 h 1089821"/>
                <a:gd name="connsiteX23" fmla="*/ 1387612 w 2173948"/>
                <a:gd name="connsiteY23" fmla="*/ 2334 h 1089821"/>
                <a:gd name="connsiteX24" fmla="*/ 1387612 w 2173948"/>
                <a:gd name="connsiteY24" fmla="*/ 209264 h 1089821"/>
                <a:gd name="connsiteX25" fmla="*/ 1341501 w 2173948"/>
                <a:gd name="connsiteY25" fmla="*/ 209264 h 1089821"/>
                <a:gd name="connsiteX26" fmla="*/ 1341501 w 2173948"/>
                <a:gd name="connsiteY26" fmla="*/ 182909 h 1089821"/>
                <a:gd name="connsiteX27" fmla="*/ 1274855 w 2173948"/>
                <a:gd name="connsiteY27" fmla="*/ 211969 h 1089821"/>
                <a:gd name="connsiteX28" fmla="*/ 1185729 w 2173948"/>
                <a:gd name="connsiteY28" fmla="*/ 120520 h 1089821"/>
                <a:gd name="connsiteX29" fmla="*/ 1185729 w 2173948"/>
                <a:gd name="connsiteY29" fmla="*/ 2334 h 1089821"/>
                <a:gd name="connsiteX30" fmla="*/ 1234164 w 2173948"/>
                <a:gd name="connsiteY30" fmla="*/ 2334 h 1089821"/>
                <a:gd name="connsiteX31" fmla="*/ 1234164 w 2173948"/>
                <a:gd name="connsiteY31" fmla="*/ 113929 h 1089821"/>
                <a:gd name="connsiteX32" fmla="*/ 1282598 w 2173948"/>
                <a:gd name="connsiteY32" fmla="*/ 169345 h 1089821"/>
                <a:gd name="connsiteX33" fmla="*/ 1339177 w 2173948"/>
                <a:gd name="connsiteY33" fmla="*/ 106956 h 1089821"/>
                <a:gd name="connsiteX34" fmla="*/ 1339177 w 2173948"/>
                <a:gd name="connsiteY34" fmla="*/ 2334 h 1089821"/>
                <a:gd name="connsiteX35" fmla="*/ 1387612 w 2173948"/>
                <a:gd name="connsiteY35" fmla="*/ 2334 h 1089821"/>
                <a:gd name="connsiteX36" fmla="*/ 1555404 w 2173948"/>
                <a:gd name="connsiteY36" fmla="*/ 10 h 1089821"/>
                <a:gd name="connsiteX37" fmla="*/ 1555404 w 2173948"/>
                <a:gd name="connsiteY37" fmla="*/ 46120 h 1089821"/>
                <a:gd name="connsiteX38" fmla="*/ 1544164 w 2173948"/>
                <a:gd name="connsiteY38" fmla="*/ 44958 h 1089821"/>
                <a:gd name="connsiteX39" fmla="*/ 1484100 w 2173948"/>
                <a:gd name="connsiteY39" fmla="*/ 108899 h 1089821"/>
                <a:gd name="connsiteX40" fmla="*/ 1484100 w 2173948"/>
                <a:gd name="connsiteY40" fmla="*/ 209264 h 1089821"/>
                <a:gd name="connsiteX41" fmla="*/ 1435665 w 2173948"/>
                <a:gd name="connsiteY41" fmla="*/ 209264 h 1089821"/>
                <a:gd name="connsiteX42" fmla="*/ 1435665 w 2173948"/>
                <a:gd name="connsiteY42" fmla="*/ 2334 h 1089821"/>
                <a:gd name="connsiteX43" fmla="*/ 1481785 w 2173948"/>
                <a:gd name="connsiteY43" fmla="*/ 2334 h 1089821"/>
                <a:gd name="connsiteX44" fmla="*/ 1481785 w 2173948"/>
                <a:gd name="connsiteY44" fmla="*/ 32556 h 1089821"/>
                <a:gd name="connsiteX45" fmla="*/ 1555413 w 2173948"/>
                <a:gd name="connsiteY45" fmla="*/ 10 h 1089821"/>
                <a:gd name="connsiteX46" fmla="*/ 203825 w 2173948"/>
                <a:gd name="connsiteY46" fmla="*/ 493376 h 1089821"/>
                <a:gd name="connsiteX47" fmla="*/ 203825 w 2173948"/>
                <a:gd name="connsiteY47" fmla="*/ 611953 h 1089821"/>
                <a:gd name="connsiteX48" fmla="*/ 155391 w 2173948"/>
                <a:gd name="connsiteY48" fmla="*/ 611953 h 1089821"/>
                <a:gd name="connsiteX49" fmla="*/ 155391 w 2173948"/>
                <a:gd name="connsiteY49" fmla="*/ 499577 h 1089821"/>
                <a:gd name="connsiteX50" fmla="*/ 106175 w 2173948"/>
                <a:gd name="connsiteY50" fmla="*/ 444941 h 1089821"/>
                <a:gd name="connsiteX51" fmla="*/ 48435 w 2173948"/>
                <a:gd name="connsiteY51" fmla="*/ 507330 h 1089821"/>
                <a:gd name="connsiteX52" fmla="*/ 48435 w 2173948"/>
                <a:gd name="connsiteY52" fmla="*/ 611953 h 1089821"/>
                <a:gd name="connsiteX53" fmla="*/ 0 w 2173948"/>
                <a:gd name="connsiteY53" fmla="*/ 611953 h 1089821"/>
                <a:gd name="connsiteX54" fmla="*/ 0 w 2173948"/>
                <a:gd name="connsiteY54" fmla="*/ 324421 h 1089821"/>
                <a:gd name="connsiteX55" fmla="*/ 48435 w 2173948"/>
                <a:gd name="connsiteY55" fmla="*/ 324421 h 1089821"/>
                <a:gd name="connsiteX56" fmla="*/ 48435 w 2173948"/>
                <a:gd name="connsiteY56" fmla="*/ 429044 h 1089821"/>
                <a:gd name="connsiteX57" fmla="*/ 117415 w 2173948"/>
                <a:gd name="connsiteY57" fmla="*/ 402698 h 1089821"/>
                <a:gd name="connsiteX58" fmla="*/ 203825 w 2173948"/>
                <a:gd name="connsiteY58" fmla="*/ 493376 h 1089821"/>
                <a:gd name="connsiteX59" fmla="*/ 241192 w 2173948"/>
                <a:gd name="connsiteY59" fmla="*/ 341862 h 1089821"/>
                <a:gd name="connsiteX60" fmla="*/ 272196 w 2173948"/>
                <a:gd name="connsiteY60" fmla="*/ 312801 h 1089821"/>
                <a:gd name="connsiteX61" fmla="*/ 303190 w 2173948"/>
                <a:gd name="connsiteY61" fmla="*/ 340700 h 1089821"/>
                <a:gd name="connsiteX62" fmla="*/ 272196 w 2173948"/>
                <a:gd name="connsiteY62" fmla="*/ 370923 h 1089821"/>
                <a:gd name="connsiteX63" fmla="*/ 241192 w 2173948"/>
                <a:gd name="connsiteY63" fmla="*/ 341862 h 1089821"/>
                <a:gd name="connsiteX64" fmla="*/ 247783 w 2173948"/>
                <a:gd name="connsiteY64" fmla="*/ 405022 h 1089821"/>
                <a:gd name="connsiteX65" fmla="*/ 296218 w 2173948"/>
                <a:gd name="connsiteY65" fmla="*/ 405022 h 1089821"/>
                <a:gd name="connsiteX66" fmla="*/ 296218 w 2173948"/>
                <a:gd name="connsiteY66" fmla="*/ 611953 h 1089821"/>
                <a:gd name="connsiteX67" fmla="*/ 247783 w 2173948"/>
                <a:gd name="connsiteY67" fmla="*/ 611953 h 1089821"/>
                <a:gd name="connsiteX68" fmla="*/ 247783 w 2173948"/>
                <a:gd name="connsiteY68" fmla="*/ 405022 h 1089821"/>
                <a:gd name="connsiteX69" fmla="*/ 559613 w 2173948"/>
                <a:gd name="connsiteY69" fmla="*/ 405022 h 1089821"/>
                <a:gd name="connsiteX70" fmla="*/ 559613 w 2173948"/>
                <a:gd name="connsiteY70" fmla="*/ 580558 h 1089821"/>
                <a:gd name="connsiteX71" fmla="*/ 448008 w 2173948"/>
                <a:gd name="connsiteY71" fmla="*/ 689829 h 1089821"/>
                <a:gd name="connsiteX72" fmla="*/ 347262 w 2173948"/>
                <a:gd name="connsiteY72" fmla="*/ 660387 h 1089821"/>
                <a:gd name="connsiteX73" fmla="*/ 368960 w 2173948"/>
                <a:gd name="connsiteY73" fmla="*/ 623954 h 1089821"/>
                <a:gd name="connsiteX74" fmla="*/ 445294 w 2173948"/>
                <a:gd name="connsiteY74" fmla="*/ 648757 h 1089821"/>
                <a:gd name="connsiteX75" fmla="*/ 511169 w 2173948"/>
                <a:gd name="connsiteY75" fmla="*/ 585988 h 1089821"/>
                <a:gd name="connsiteX76" fmla="*/ 511169 w 2173948"/>
                <a:gd name="connsiteY76" fmla="*/ 575139 h 1089821"/>
                <a:gd name="connsiteX77" fmla="*/ 441808 w 2173948"/>
                <a:gd name="connsiteY77" fmla="*/ 602647 h 1089821"/>
                <a:gd name="connsiteX78" fmla="*/ 337185 w 2173948"/>
                <a:gd name="connsiteY78" fmla="*/ 502282 h 1089821"/>
                <a:gd name="connsiteX79" fmla="*/ 441808 w 2173948"/>
                <a:gd name="connsiteY79" fmla="*/ 402698 h 1089821"/>
                <a:gd name="connsiteX80" fmla="*/ 513493 w 2173948"/>
                <a:gd name="connsiteY80" fmla="*/ 432540 h 1089821"/>
                <a:gd name="connsiteX81" fmla="*/ 513493 w 2173948"/>
                <a:gd name="connsiteY81" fmla="*/ 405022 h 1089821"/>
                <a:gd name="connsiteX82" fmla="*/ 559603 w 2173948"/>
                <a:gd name="connsiteY82" fmla="*/ 405022 h 1089821"/>
                <a:gd name="connsiteX83" fmla="*/ 511950 w 2173948"/>
                <a:gd name="connsiteY83" fmla="*/ 502282 h 1089821"/>
                <a:gd name="connsiteX84" fmla="*/ 449170 w 2173948"/>
                <a:gd name="connsiteY84" fmla="*/ 443770 h 1089821"/>
                <a:gd name="connsiteX85" fmla="*/ 386010 w 2173948"/>
                <a:gd name="connsiteY85" fmla="*/ 502282 h 1089821"/>
                <a:gd name="connsiteX86" fmla="*/ 449170 w 2173948"/>
                <a:gd name="connsiteY86" fmla="*/ 561565 h 1089821"/>
                <a:gd name="connsiteX87" fmla="*/ 511950 w 2173948"/>
                <a:gd name="connsiteY87" fmla="*/ 502282 h 1089821"/>
                <a:gd name="connsiteX88" fmla="*/ 814454 w 2173948"/>
                <a:gd name="connsiteY88" fmla="*/ 493376 h 1089821"/>
                <a:gd name="connsiteX89" fmla="*/ 814454 w 2173948"/>
                <a:gd name="connsiteY89" fmla="*/ 611953 h 1089821"/>
                <a:gd name="connsiteX90" fmla="*/ 766020 w 2173948"/>
                <a:gd name="connsiteY90" fmla="*/ 611953 h 1089821"/>
                <a:gd name="connsiteX91" fmla="*/ 766020 w 2173948"/>
                <a:gd name="connsiteY91" fmla="*/ 499577 h 1089821"/>
                <a:gd name="connsiteX92" fmla="*/ 716804 w 2173948"/>
                <a:gd name="connsiteY92" fmla="*/ 444941 h 1089821"/>
                <a:gd name="connsiteX93" fmla="*/ 659063 w 2173948"/>
                <a:gd name="connsiteY93" fmla="*/ 507330 h 1089821"/>
                <a:gd name="connsiteX94" fmla="*/ 659063 w 2173948"/>
                <a:gd name="connsiteY94" fmla="*/ 611953 h 1089821"/>
                <a:gd name="connsiteX95" fmla="*/ 610629 w 2173948"/>
                <a:gd name="connsiteY95" fmla="*/ 611953 h 1089821"/>
                <a:gd name="connsiteX96" fmla="*/ 610629 w 2173948"/>
                <a:gd name="connsiteY96" fmla="*/ 324421 h 1089821"/>
                <a:gd name="connsiteX97" fmla="*/ 659063 w 2173948"/>
                <a:gd name="connsiteY97" fmla="*/ 324421 h 1089821"/>
                <a:gd name="connsiteX98" fmla="*/ 659063 w 2173948"/>
                <a:gd name="connsiteY98" fmla="*/ 429044 h 1089821"/>
                <a:gd name="connsiteX99" fmla="*/ 728043 w 2173948"/>
                <a:gd name="connsiteY99" fmla="*/ 402698 h 1089821"/>
                <a:gd name="connsiteX100" fmla="*/ 814454 w 2173948"/>
                <a:gd name="connsiteY100" fmla="*/ 493376 h 1089821"/>
                <a:gd name="connsiteX101" fmla="*/ 856040 w 2173948"/>
                <a:gd name="connsiteY101" fmla="*/ 484070 h 1089821"/>
                <a:gd name="connsiteX102" fmla="*/ 962606 w 2173948"/>
                <a:gd name="connsiteY102" fmla="*/ 484070 h 1089821"/>
                <a:gd name="connsiteX103" fmla="*/ 962606 w 2173948"/>
                <a:gd name="connsiteY103" fmla="*/ 524370 h 1089821"/>
                <a:gd name="connsiteX104" fmla="*/ 856040 w 2173948"/>
                <a:gd name="connsiteY104" fmla="*/ 524370 h 1089821"/>
                <a:gd name="connsiteX105" fmla="*/ 856040 w 2173948"/>
                <a:gd name="connsiteY105" fmla="*/ 484070 h 1089821"/>
                <a:gd name="connsiteX106" fmla="*/ 1220219 w 2173948"/>
                <a:gd name="connsiteY106" fmla="*/ 324421 h 1089821"/>
                <a:gd name="connsiteX107" fmla="*/ 1220219 w 2173948"/>
                <a:gd name="connsiteY107" fmla="*/ 611953 h 1089821"/>
                <a:gd name="connsiteX108" fmla="*/ 1173718 w 2173948"/>
                <a:gd name="connsiteY108" fmla="*/ 611953 h 1089821"/>
                <a:gd name="connsiteX109" fmla="*/ 1173718 w 2173948"/>
                <a:gd name="connsiteY109" fmla="*/ 585216 h 1089821"/>
                <a:gd name="connsiteX110" fmla="*/ 1105138 w 2173948"/>
                <a:gd name="connsiteY110" fmla="*/ 614667 h 1089821"/>
                <a:gd name="connsiteX111" fmla="*/ 1000516 w 2173948"/>
                <a:gd name="connsiteY111" fmla="*/ 508492 h 1089821"/>
                <a:gd name="connsiteX112" fmla="*/ 1105138 w 2173948"/>
                <a:gd name="connsiteY112" fmla="*/ 402698 h 1089821"/>
                <a:gd name="connsiteX113" fmla="*/ 1171785 w 2173948"/>
                <a:gd name="connsiteY113" fmla="*/ 430606 h 1089821"/>
                <a:gd name="connsiteX114" fmla="*/ 1171785 w 2173948"/>
                <a:gd name="connsiteY114" fmla="*/ 324421 h 1089821"/>
                <a:gd name="connsiteX115" fmla="*/ 1220219 w 2173948"/>
                <a:gd name="connsiteY115" fmla="*/ 324421 h 1089821"/>
                <a:gd name="connsiteX116" fmla="*/ 1172556 w 2173948"/>
                <a:gd name="connsiteY116" fmla="*/ 508492 h 1089821"/>
                <a:gd name="connsiteX117" fmla="*/ 1110939 w 2173948"/>
                <a:gd name="connsiteY117" fmla="*/ 443779 h 1089821"/>
                <a:gd name="connsiteX118" fmla="*/ 1049322 w 2173948"/>
                <a:gd name="connsiteY118" fmla="*/ 508492 h 1089821"/>
                <a:gd name="connsiteX119" fmla="*/ 1110939 w 2173948"/>
                <a:gd name="connsiteY119" fmla="*/ 573205 h 1089821"/>
                <a:gd name="connsiteX120" fmla="*/ 1172556 w 2173948"/>
                <a:gd name="connsiteY120" fmla="*/ 508492 h 1089821"/>
                <a:gd name="connsiteX121" fmla="*/ 1266806 w 2173948"/>
                <a:gd name="connsiteY121" fmla="*/ 341862 h 1089821"/>
                <a:gd name="connsiteX122" fmla="*/ 1297810 w 2173948"/>
                <a:gd name="connsiteY122" fmla="*/ 312801 h 1089821"/>
                <a:gd name="connsiteX123" fmla="*/ 1328804 w 2173948"/>
                <a:gd name="connsiteY123" fmla="*/ 340700 h 1089821"/>
                <a:gd name="connsiteX124" fmla="*/ 1297810 w 2173948"/>
                <a:gd name="connsiteY124" fmla="*/ 370923 h 1089821"/>
                <a:gd name="connsiteX125" fmla="*/ 1266806 w 2173948"/>
                <a:gd name="connsiteY125" fmla="*/ 341862 h 1089821"/>
                <a:gd name="connsiteX126" fmla="*/ 1273397 w 2173948"/>
                <a:gd name="connsiteY126" fmla="*/ 405022 h 1089821"/>
                <a:gd name="connsiteX127" fmla="*/ 1321832 w 2173948"/>
                <a:gd name="connsiteY127" fmla="*/ 405022 h 1089821"/>
                <a:gd name="connsiteX128" fmla="*/ 1321832 w 2173948"/>
                <a:gd name="connsiteY128" fmla="*/ 611953 h 1089821"/>
                <a:gd name="connsiteX129" fmla="*/ 1273397 w 2173948"/>
                <a:gd name="connsiteY129" fmla="*/ 611953 h 1089821"/>
                <a:gd name="connsiteX130" fmla="*/ 1273397 w 2173948"/>
                <a:gd name="connsiteY130" fmla="*/ 405022 h 1089821"/>
                <a:gd name="connsiteX131" fmla="*/ 1586313 w 2173948"/>
                <a:gd name="connsiteY131" fmla="*/ 405022 h 1089821"/>
                <a:gd name="connsiteX132" fmla="*/ 1586313 w 2173948"/>
                <a:gd name="connsiteY132" fmla="*/ 580558 h 1089821"/>
                <a:gd name="connsiteX133" fmla="*/ 1474708 w 2173948"/>
                <a:gd name="connsiteY133" fmla="*/ 689829 h 1089821"/>
                <a:gd name="connsiteX134" fmla="*/ 1373962 w 2173948"/>
                <a:gd name="connsiteY134" fmla="*/ 660387 h 1089821"/>
                <a:gd name="connsiteX135" fmla="*/ 1395660 w 2173948"/>
                <a:gd name="connsiteY135" fmla="*/ 623954 h 1089821"/>
                <a:gd name="connsiteX136" fmla="*/ 1471994 w 2173948"/>
                <a:gd name="connsiteY136" fmla="*/ 648757 h 1089821"/>
                <a:gd name="connsiteX137" fmla="*/ 1537869 w 2173948"/>
                <a:gd name="connsiteY137" fmla="*/ 585988 h 1089821"/>
                <a:gd name="connsiteX138" fmla="*/ 1537869 w 2173948"/>
                <a:gd name="connsiteY138" fmla="*/ 575139 h 1089821"/>
                <a:gd name="connsiteX139" fmla="*/ 1468507 w 2173948"/>
                <a:gd name="connsiteY139" fmla="*/ 602647 h 1089821"/>
                <a:gd name="connsiteX140" fmla="*/ 1363885 w 2173948"/>
                <a:gd name="connsiteY140" fmla="*/ 502282 h 1089821"/>
                <a:gd name="connsiteX141" fmla="*/ 1468507 w 2173948"/>
                <a:gd name="connsiteY141" fmla="*/ 402698 h 1089821"/>
                <a:gd name="connsiteX142" fmla="*/ 1540193 w 2173948"/>
                <a:gd name="connsiteY142" fmla="*/ 432540 h 1089821"/>
                <a:gd name="connsiteX143" fmla="*/ 1540193 w 2173948"/>
                <a:gd name="connsiteY143" fmla="*/ 405022 h 1089821"/>
                <a:gd name="connsiteX144" fmla="*/ 1586303 w 2173948"/>
                <a:gd name="connsiteY144" fmla="*/ 405022 h 1089821"/>
                <a:gd name="connsiteX145" fmla="*/ 1538649 w 2173948"/>
                <a:gd name="connsiteY145" fmla="*/ 502282 h 1089821"/>
                <a:gd name="connsiteX146" fmla="*/ 1475870 w 2173948"/>
                <a:gd name="connsiteY146" fmla="*/ 443770 h 1089821"/>
                <a:gd name="connsiteX147" fmla="*/ 1412710 w 2173948"/>
                <a:gd name="connsiteY147" fmla="*/ 502282 h 1089821"/>
                <a:gd name="connsiteX148" fmla="*/ 1475870 w 2173948"/>
                <a:gd name="connsiteY148" fmla="*/ 561565 h 1089821"/>
                <a:gd name="connsiteX149" fmla="*/ 1538649 w 2173948"/>
                <a:gd name="connsiteY149" fmla="*/ 502282 h 1089821"/>
                <a:gd name="connsiteX150" fmla="*/ 1625337 w 2173948"/>
                <a:gd name="connsiteY150" fmla="*/ 341852 h 1089821"/>
                <a:gd name="connsiteX151" fmla="*/ 1656340 w 2173948"/>
                <a:gd name="connsiteY151" fmla="*/ 312791 h 1089821"/>
                <a:gd name="connsiteX152" fmla="*/ 1687344 w 2173948"/>
                <a:gd name="connsiteY152" fmla="*/ 340690 h 1089821"/>
                <a:gd name="connsiteX153" fmla="*/ 1656340 w 2173948"/>
                <a:gd name="connsiteY153" fmla="*/ 370913 h 1089821"/>
                <a:gd name="connsiteX154" fmla="*/ 1625337 w 2173948"/>
                <a:gd name="connsiteY154" fmla="*/ 341852 h 1089821"/>
                <a:gd name="connsiteX155" fmla="*/ 1631928 w 2173948"/>
                <a:gd name="connsiteY155" fmla="*/ 405013 h 1089821"/>
                <a:gd name="connsiteX156" fmla="*/ 1680363 w 2173948"/>
                <a:gd name="connsiteY156" fmla="*/ 405013 h 1089821"/>
                <a:gd name="connsiteX157" fmla="*/ 1680363 w 2173948"/>
                <a:gd name="connsiteY157" fmla="*/ 611943 h 1089821"/>
                <a:gd name="connsiteX158" fmla="*/ 1631928 w 2173948"/>
                <a:gd name="connsiteY158" fmla="*/ 611943 h 1089821"/>
                <a:gd name="connsiteX159" fmla="*/ 1631928 w 2173948"/>
                <a:gd name="connsiteY159" fmla="*/ 405013 h 1089821"/>
                <a:gd name="connsiteX160" fmla="*/ 1871139 w 2173948"/>
                <a:gd name="connsiteY160" fmla="*/ 600704 h 1089821"/>
                <a:gd name="connsiteX161" fmla="*/ 1824638 w 2173948"/>
                <a:gd name="connsiteY161" fmla="*/ 614658 h 1089821"/>
                <a:gd name="connsiteX162" fmla="*/ 1753333 w 2173948"/>
                <a:gd name="connsiteY162" fmla="*/ 544906 h 1089821"/>
                <a:gd name="connsiteX163" fmla="*/ 1753333 w 2173948"/>
                <a:gd name="connsiteY163" fmla="*/ 445313 h 1089821"/>
                <a:gd name="connsiteX164" fmla="*/ 1719234 w 2173948"/>
                <a:gd name="connsiteY164" fmla="*/ 445313 h 1089821"/>
                <a:gd name="connsiteX165" fmla="*/ 1719234 w 2173948"/>
                <a:gd name="connsiteY165" fmla="*/ 406565 h 1089821"/>
                <a:gd name="connsiteX166" fmla="*/ 1753333 w 2173948"/>
                <a:gd name="connsiteY166" fmla="*/ 406565 h 1089821"/>
                <a:gd name="connsiteX167" fmla="*/ 1753333 w 2173948"/>
                <a:gd name="connsiteY167" fmla="*/ 359293 h 1089821"/>
                <a:gd name="connsiteX168" fmla="*/ 1801778 w 2173948"/>
                <a:gd name="connsiteY168" fmla="*/ 359293 h 1089821"/>
                <a:gd name="connsiteX169" fmla="*/ 1801778 w 2173948"/>
                <a:gd name="connsiteY169" fmla="*/ 406565 h 1089821"/>
                <a:gd name="connsiteX170" fmla="*/ 1857185 w 2173948"/>
                <a:gd name="connsiteY170" fmla="*/ 406565 h 1089821"/>
                <a:gd name="connsiteX171" fmla="*/ 1857185 w 2173948"/>
                <a:gd name="connsiteY171" fmla="*/ 445313 h 1089821"/>
                <a:gd name="connsiteX172" fmla="*/ 1801778 w 2173948"/>
                <a:gd name="connsiteY172" fmla="*/ 445313 h 1089821"/>
                <a:gd name="connsiteX173" fmla="*/ 1801778 w 2173948"/>
                <a:gd name="connsiteY173" fmla="*/ 543744 h 1089821"/>
                <a:gd name="connsiteX174" fmla="*/ 1830448 w 2173948"/>
                <a:gd name="connsiteY174" fmla="*/ 574738 h 1089821"/>
                <a:gd name="connsiteX175" fmla="*/ 1857575 w 2173948"/>
                <a:gd name="connsiteY175" fmla="*/ 566214 h 1089821"/>
                <a:gd name="connsiteX176" fmla="*/ 1871129 w 2173948"/>
                <a:gd name="connsiteY176" fmla="*/ 600704 h 1089821"/>
                <a:gd name="connsiteX177" fmla="*/ 2080908 w 2173948"/>
                <a:gd name="connsiteY177" fmla="*/ 490652 h 1089821"/>
                <a:gd name="connsiteX178" fmla="*/ 2080908 w 2173948"/>
                <a:gd name="connsiteY178" fmla="*/ 611943 h 1089821"/>
                <a:gd name="connsiteX179" fmla="*/ 2035178 w 2173948"/>
                <a:gd name="connsiteY179" fmla="*/ 611943 h 1089821"/>
                <a:gd name="connsiteX180" fmla="*/ 2035178 w 2173948"/>
                <a:gd name="connsiteY180" fmla="*/ 586759 h 1089821"/>
                <a:gd name="connsiteX181" fmla="*/ 1970084 w 2173948"/>
                <a:gd name="connsiteY181" fmla="*/ 614658 h 1089821"/>
                <a:gd name="connsiteX182" fmla="*/ 1892970 w 2173948"/>
                <a:gd name="connsiteY182" fmla="*/ 552660 h 1089821"/>
                <a:gd name="connsiteX183" fmla="*/ 1978990 w 2173948"/>
                <a:gd name="connsiteY183" fmla="*/ 491042 h 1089821"/>
                <a:gd name="connsiteX184" fmla="*/ 2032473 w 2173948"/>
                <a:gd name="connsiteY184" fmla="*/ 491042 h 1089821"/>
                <a:gd name="connsiteX185" fmla="*/ 2032473 w 2173948"/>
                <a:gd name="connsiteY185" fmla="*/ 487947 h 1089821"/>
                <a:gd name="connsiteX186" fmla="*/ 1980933 w 2173948"/>
                <a:gd name="connsiteY186" fmla="*/ 442998 h 1089821"/>
                <a:gd name="connsiteX187" fmla="*/ 1918154 w 2173948"/>
                <a:gd name="connsiteY187" fmla="*/ 463534 h 1089821"/>
                <a:gd name="connsiteX188" fmla="*/ 1899161 w 2173948"/>
                <a:gd name="connsiteY188" fmla="*/ 428273 h 1089821"/>
                <a:gd name="connsiteX189" fmla="*/ 1986744 w 2173948"/>
                <a:gd name="connsiteY189" fmla="*/ 402698 h 1089821"/>
                <a:gd name="connsiteX190" fmla="*/ 2080908 w 2173948"/>
                <a:gd name="connsiteY190" fmla="*/ 490661 h 1089821"/>
                <a:gd name="connsiteX191" fmla="*/ 2032473 w 2173948"/>
                <a:gd name="connsiteY191" fmla="*/ 547230 h 1089821"/>
                <a:gd name="connsiteX192" fmla="*/ 2032473 w 2173948"/>
                <a:gd name="connsiteY192" fmla="*/ 523208 h 1089821"/>
                <a:gd name="connsiteX193" fmla="*/ 1982486 w 2173948"/>
                <a:gd name="connsiteY193" fmla="*/ 523208 h 1089821"/>
                <a:gd name="connsiteX194" fmla="*/ 1940633 w 2173948"/>
                <a:gd name="connsiteY194" fmla="*/ 550716 h 1089821"/>
                <a:gd name="connsiteX195" fmla="*/ 1980152 w 2173948"/>
                <a:gd name="connsiteY195" fmla="*/ 579396 h 1089821"/>
                <a:gd name="connsiteX196" fmla="*/ 2032473 w 2173948"/>
                <a:gd name="connsiteY196" fmla="*/ 547230 h 1089821"/>
                <a:gd name="connsiteX197" fmla="*/ 2125513 w 2173948"/>
                <a:gd name="connsiteY197" fmla="*/ 324412 h 1089821"/>
                <a:gd name="connsiteX198" fmla="*/ 2173948 w 2173948"/>
                <a:gd name="connsiteY198" fmla="*/ 324412 h 1089821"/>
                <a:gd name="connsiteX199" fmla="*/ 2173948 w 2173948"/>
                <a:gd name="connsiteY199" fmla="*/ 611943 h 1089821"/>
                <a:gd name="connsiteX200" fmla="*/ 2125513 w 2173948"/>
                <a:gd name="connsiteY200" fmla="*/ 611943 h 1089821"/>
                <a:gd name="connsiteX201" fmla="*/ 2125513 w 2173948"/>
                <a:gd name="connsiteY201" fmla="*/ 324412 h 1089821"/>
                <a:gd name="connsiteX202" fmla="*/ 807634 w 2173948"/>
                <a:gd name="connsiteY202" fmla="*/ 911171 h 1089821"/>
                <a:gd name="connsiteX203" fmla="*/ 702621 w 2173948"/>
                <a:gd name="connsiteY203" fmla="*/ 1017356 h 1089821"/>
                <a:gd name="connsiteX204" fmla="*/ 636356 w 2173948"/>
                <a:gd name="connsiteY204" fmla="*/ 989447 h 1089821"/>
                <a:gd name="connsiteX205" fmla="*/ 636356 w 2173948"/>
                <a:gd name="connsiteY205" fmla="*/ 1089822 h 1089821"/>
                <a:gd name="connsiteX206" fmla="*/ 587921 w 2173948"/>
                <a:gd name="connsiteY206" fmla="*/ 1089822 h 1089821"/>
                <a:gd name="connsiteX207" fmla="*/ 587921 w 2173948"/>
                <a:gd name="connsiteY207" fmla="*/ 807710 h 1089821"/>
                <a:gd name="connsiteX208" fmla="*/ 634041 w 2173948"/>
                <a:gd name="connsiteY208" fmla="*/ 807710 h 1089821"/>
                <a:gd name="connsiteX209" fmla="*/ 634041 w 2173948"/>
                <a:gd name="connsiteY209" fmla="*/ 834838 h 1089821"/>
                <a:gd name="connsiteX210" fmla="*/ 702621 w 2173948"/>
                <a:gd name="connsiteY210" fmla="*/ 805386 h 1089821"/>
                <a:gd name="connsiteX211" fmla="*/ 807634 w 2173948"/>
                <a:gd name="connsiteY211" fmla="*/ 911181 h 1089821"/>
                <a:gd name="connsiteX212" fmla="*/ 758419 w 2173948"/>
                <a:gd name="connsiteY212" fmla="*/ 911171 h 1089821"/>
                <a:gd name="connsiteX213" fmla="*/ 697192 w 2173948"/>
                <a:gd name="connsiteY213" fmla="*/ 846458 h 1089821"/>
                <a:gd name="connsiteX214" fmla="*/ 635584 w 2173948"/>
                <a:gd name="connsiteY214" fmla="*/ 911171 h 1089821"/>
                <a:gd name="connsiteX215" fmla="*/ 697192 w 2173948"/>
                <a:gd name="connsiteY215" fmla="*/ 975884 h 1089821"/>
                <a:gd name="connsiteX216" fmla="*/ 758419 w 2173948"/>
                <a:gd name="connsiteY216" fmla="*/ 911171 h 1089821"/>
                <a:gd name="connsiteX217" fmla="*/ 843639 w 2173948"/>
                <a:gd name="connsiteY217" fmla="*/ 727110 h 1089821"/>
                <a:gd name="connsiteX218" fmla="*/ 892073 w 2173948"/>
                <a:gd name="connsiteY218" fmla="*/ 727110 h 1089821"/>
                <a:gd name="connsiteX219" fmla="*/ 892073 w 2173948"/>
                <a:gd name="connsiteY219" fmla="*/ 1014632 h 1089821"/>
                <a:gd name="connsiteX220" fmla="*/ 843639 w 2173948"/>
                <a:gd name="connsiteY220" fmla="*/ 1014632 h 1089821"/>
                <a:gd name="connsiteX221" fmla="*/ 843639 w 2173948"/>
                <a:gd name="connsiteY221" fmla="*/ 727110 h 1089821"/>
                <a:gd name="connsiteX222" fmla="*/ 1120883 w 2173948"/>
                <a:gd name="connsiteY222" fmla="*/ 893350 h 1089821"/>
                <a:gd name="connsiteX223" fmla="*/ 1120883 w 2173948"/>
                <a:gd name="connsiteY223" fmla="*/ 1014632 h 1089821"/>
                <a:gd name="connsiteX224" fmla="*/ 1075163 w 2173948"/>
                <a:gd name="connsiteY224" fmla="*/ 1014632 h 1089821"/>
                <a:gd name="connsiteX225" fmla="*/ 1075163 w 2173948"/>
                <a:gd name="connsiteY225" fmla="*/ 989438 h 1089821"/>
                <a:gd name="connsiteX226" fmla="*/ 1010060 w 2173948"/>
                <a:gd name="connsiteY226" fmla="*/ 1017346 h 1089821"/>
                <a:gd name="connsiteX227" fmla="*/ 932945 w 2173948"/>
                <a:gd name="connsiteY227" fmla="*/ 955339 h 1089821"/>
                <a:gd name="connsiteX228" fmla="*/ 1018975 w 2173948"/>
                <a:gd name="connsiteY228" fmla="*/ 893731 h 1089821"/>
                <a:gd name="connsiteX229" fmla="*/ 1072448 w 2173948"/>
                <a:gd name="connsiteY229" fmla="*/ 893731 h 1089821"/>
                <a:gd name="connsiteX230" fmla="*/ 1072448 w 2173948"/>
                <a:gd name="connsiteY230" fmla="*/ 890626 h 1089821"/>
                <a:gd name="connsiteX231" fmla="*/ 1020909 w 2173948"/>
                <a:gd name="connsiteY231" fmla="*/ 845677 h 1089821"/>
                <a:gd name="connsiteX232" fmla="*/ 958139 w 2173948"/>
                <a:gd name="connsiteY232" fmla="*/ 866213 h 1089821"/>
                <a:gd name="connsiteX233" fmla="*/ 939146 w 2173948"/>
                <a:gd name="connsiteY233" fmla="*/ 830951 h 1089821"/>
                <a:gd name="connsiteX234" fmla="*/ 1026719 w 2173948"/>
                <a:gd name="connsiteY234" fmla="*/ 805367 h 1089821"/>
                <a:gd name="connsiteX235" fmla="*/ 1120883 w 2173948"/>
                <a:gd name="connsiteY235" fmla="*/ 893340 h 1089821"/>
                <a:gd name="connsiteX236" fmla="*/ 1072448 w 2173948"/>
                <a:gd name="connsiteY236" fmla="*/ 949919 h 1089821"/>
                <a:gd name="connsiteX237" fmla="*/ 1072448 w 2173948"/>
                <a:gd name="connsiteY237" fmla="*/ 925897 h 1089821"/>
                <a:gd name="connsiteX238" fmla="*/ 1022461 w 2173948"/>
                <a:gd name="connsiteY238" fmla="*/ 925897 h 1089821"/>
                <a:gd name="connsiteX239" fmla="*/ 980608 w 2173948"/>
                <a:gd name="connsiteY239" fmla="*/ 953405 h 1089821"/>
                <a:gd name="connsiteX240" fmla="*/ 1020137 w 2173948"/>
                <a:gd name="connsiteY240" fmla="*/ 982085 h 1089821"/>
                <a:gd name="connsiteX241" fmla="*/ 1072448 w 2173948"/>
                <a:gd name="connsiteY241" fmla="*/ 949919 h 1089821"/>
                <a:gd name="connsiteX242" fmla="*/ 1159012 w 2173948"/>
                <a:gd name="connsiteY242" fmla="*/ 911171 h 1089821"/>
                <a:gd name="connsiteX243" fmla="*/ 1270997 w 2173948"/>
                <a:gd name="connsiteY243" fmla="*/ 805377 h 1089821"/>
                <a:gd name="connsiteX244" fmla="*/ 1359351 w 2173948"/>
                <a:gd name="connsiteY244" fmla="*/ 853430 h 1089821"/>
                <a:gd name="connsiteX245" fmla="*/ 1322146 w 2173948"/>
                <a:gd name="connsiteY245" fmla="*/ 875119 h 1089821"/>
                <a:gd name="connsiteX246" fmla="*/ 1270606 w 2173948"/>
                <a:gd name="connsiteY246" fmla="*/ 846449 h 1089821"/>
                <a:gd name="connsiteX247" fmla="*/ 1207827 w 2173948"/>
                <a:gd name="connsiteY247" fmla="*/ 911162 h 1089821"/>
                <a:gd name="connsiteX248" fmla="*/ 1270606 w 2173948"/>
                <a:gd name="connsiteY248" fmla="*/ 975874 h 1089821"/>
                <a:gd name="connsiteX249" fmla="*/ 1322146 w 2173948"/>
                <a:gd name="connsiteY249" fmla="*/ 947204 h 1089821"/>
                <a:gd name="connsiteX250" fmla="*/ 1359351 w 2173948"/>
                <a:gd name="connsiteY250" fmla="*/ 968902 h 1089821"/>
                <a:gd name="connsiteX251" fmla="*/ 1270997 w 2173948"/>
                <a:gd name="connsiteY251" fmla="*/ 1017337 h 1089821"/>
                <a:gd name="connsiteX252" fmla="*/ 1159012 w 2173948"/>
                <a:gd name="connsiteY252" fmla="*/ 911152 h 1089821"/>
                <a:gd name="connsiteX253" fmla="*/ 1595790 w 2173948"/>
                <a:gd name="connsiteY253" fmla="*/ 926678 h 1089821"/>
                <a:gd name="connsiteX254" fmla="*/ 1433427 w 2173948"/>
                <a:gd name="connsiteY254" fmla="*/ 926678 h 1089821"/>
                <a:gd name="connsiteX255" fmla="*/ 1500464 w 2173948"/>
                <a:gd name="connsiteY255" fmla="*/ 976274 h 1089821"/>
                <a:gd name="connsiteX256" fmla="*/ 1556652 w 2173948"/>
                <a:gd name="connsiteY256" fmla="*/ 953805 h 1089821"/>
                <a:gd name="connsiteX257" fmla="*/ 1582617 w 2173948"/>
                <a:gd name="connsiteY257" fmla="*/ 983637 h 1089821"/>
                <a:gd name="connsiteX258" fmla="*/ 1499302 w 2173948"/>
                <a:gd name="connsiteY258" fmla="*/ 1017356 h 1089821"/>
                <a:gd name="connsiteX259" fmla="*/ 1384992 w 2173948"/>
                <a:gd name="connsiteY259" fmla="*/ 911171 h 1089821"/>
                <a:gd name="connsiteX260" fmla="*/ 1491939 w 2173948"/>
                <a:gd name="connsiteY260" fmla="*/ 805377 h 1089821"/>
                <a:gd name="connsiteX261" fmla="*/ 1596562 w 2173948"/>
                <a:gd name="connsiteY261" fmla="*/ 912333 h 1089821"/>
                <a:gd name="connsiteX262" fmla="*/ 1595790 w 2173948"/>
                <a:gd name="connsiteY262" fmla="*/ 926678 h 1089821"/>
                <a:gd name="connsiteX263" fmla="*/ 1436008 w 2173948"/>
                <a:gd name="connsiteY263" fmla="*/ 894512 h 1089821"/>
                <a:gd name="connsiteX264" fmla="*/ 1553423 w 2173948"/>
                <a:gd name="connsiteY264" fmla="*/ 894512 h 1089821"/>
                <a:gd name="connsiteX265" fmla="*/ 1494911 w 2173948"/>
                <a:gd name="connsiteY265" fmla="*/ 844134 h 1089821"/>
                <a:gd name="connsiteX266" fmla="*/ 1436018 w 2173948"/>
                <a:gd name="connsiteY266" fmla="*/ 894512 h 108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</a:cxnLst>
              <a:rect l="l" t="t" r="r" b="b"/>
              <a:pathLst>
                <a:path w="2173948" h="1089821">
                  <a:moveTo>
                    <a:pt x="919096" y="2334"/>
                  </a:moveTo>
                  <a:lnTo>
                    <a:pt x="822217" y="225914"/>
                  </a:lnTo>
                  <a:cubicBezTo>
                    <a:pt x="803234" y="272806"/>
                    <a:pt x="776878" y="287141"/>
                    <a:pt x="742388" y="287141"/>
                  </a:cubicBezTo>
                  <a:cubicBezTo>
                    <a:pt x="721852" y="287141"/>
                    <a:pt x="700154" y="280168"/>
                    <a:pt x="686972" y="268148"/>
                  </a:cubicBezTo>
                  <a:lnTo>
                    <a:pt x="706346" y="232496"/>
                  </a:lnTo>
                  <a:cubicBezTo>
                    <a:pt x="715651" y="241411"/>
                    <a:pt x="728825" y="246840"/>
                    <a:pt x="741998" y="246840"/>
                  </a:cubicBezTo>
                  <a:cubicBezTo>
                    <a:pt x="759047" y="246840"/>
                    <a:pt x="769125" y="238706"/>
                    <a:pt x="778421" y="218161"/>
                  </a:cubicBezTo>
                  <a:lnTo>
                    <a:pt x="781907" y="210026"/>
                  </a:lnTo>
                  <a:lnTo>
                    <a:pt x="691620" y="2324"/>
                  </a:lnTo>
                  <a:lnTo>
                    <a:pt x="741998" y="2324"/>
                  </a:lnTo>
                  <a:lnTo>
                    <a:pt x="807101" y="155391"/>
                  </a:lnTo>
                  <a:lnTo>
                    <a:pt x="872595" y="2324"/>
                  </a:lnTo>
                  <a:lnTo>
                    <a:pt x="919096" y="2324"/>
                  </a:lnTo>
                  <a:close/>
                  <a:moveTo>
                    <a:pt x="929040" y="105794"/>
                  </a:moveTo>
                  <a:cubicBezTo>
                    <a:pt x="929040" y="43786"/>
                    <a:pt x="975541" y="0"/>
                    <a:pt x="1039092" y="0"/>
                  </a:cubicBezTo>
                  <a:cubicBezTo>
                    <a:pt x="1103414" y="0"/>
                    <a:pt x="1149534" y="43786"/>
                    <a:pt x="1149534" y="105794"/>
                  </a:cubicBezTo>
                  <a:cubicBezTo>
                    <a:pt x="1149534" y="167802"/>
                    <a:pt x="1103414" y="211969"/>
                    <a:pt x="1039092" y="211969"/>
                  </a:cubicBezTo>
                  <a:cubicBezTo>
                    <a:pt x="975541" y="211969"/>
                    <a:pt x="929040" y="167792"/>
                    <a:pt x="929040" y="105794"/>
                  </a:cubicBezTo>
                  <a:close/>
                  <a:moveTo>
                    <a:pt x="1100700" y="105794"/>
                  </a:moveTo>
                  <a:cubicBezTo>
                    <a:pt x="1100700" y="66265"/>
                    <a:pt x="1074353" y="41081"/>
                    <a:pt x="1039092" y="41081"/>
                  </a:cubicBezTo>
                  <a:cubicBezTo>
                    <a:pt x="1004211" y="41081"/>
                    <a:pt x="977865" y="66265"/>
                    <a:pt x="977865" y="105794"/>
                  </a:cubicBezTo>
                  <a:cubicBezTo>
                    <a:pt x="977865" y="145323"/>
                    <a:pt x="1004211" y="170507"/>
                    <a:pt x="1039092" y="170507"/>
                  </a:cubicBezTo>
                  <a:cubicBezTo>
                    <a:pt x="1074353" y="170507"/>
                    <a:pt x="1100700" y="145313"/>
                    <a:pt x="1100700" y="105794"/>
                  </a:cubicBezTo>
                  <a:close/>
                  <a:moveTo>
                    <a:pt x="1387612" y="2334"/>
                  </a:moveTo>
                  <a:lnTo>
                    <a:pt x="1387612" y="209264"/>
                  </a:lnTo>
                  <a:lnTo>
                    <a:pt x="1341501" y="209264"/>
                  </a:lnTo>
                  <a:lnTo>
                    <a:pt x="1341501" y="182909"/>
                  </a:lnTo>
                  <a:cubicBezTo>
                    <a:pt x="1326004" y="201901"/>
                    <a:pt x="1301591" y="211969"/>
                    <a:pt x="1274855" y="211969"/>
                  </a:cubicBezTo>
                  <a:cubicBezTo>
                    <a:pt x="1221762" y="211969"/>
                    <a:pt x="1185729" y="182909"/>
                    <a:pt x="1185729" y="120520"/>
                  </a:cubicBezTo>
                  <a:lnTo>
                    <a:pt x="1185729" y="2334"/>
                  </a:lnTo>
                  <a:lnTo>
                    <a:pt x="1234164" y="2334"/>
                  </a:lnTo>
                  <a:lnTo>
                    <a:pt x="1234164" y="113929"/>
                  </a:lnTo>
                  <a:cubicBezTo>
                    <a:pt x="1234164" y="151514"/>
                    <a:pt x="1251985" y="169345"/>
                    <a:pt x="1282598" y="169345"/>
                  </a:cubicBezTo>
                  <a:cubicBezTo>
                    <a:pt x="1316317" y="169345"/>
                    <a:pt x="1339177" y="148419"/>
                    <a:pt x="1339177" y="106956"/>
                  </a:cubicBezTo>
                  <a:lnTo>
                    <a:pt x="1339177" y="2334"/>
                  </a:lnTo>
                  <a:lnTo>
                    <a:pt x="1387612" y="2334"/>
                  </a:lnTo>
                  <a:close/>
                  <a:moveTo>
                    <a:pt x="1555404" y="10"/>
                  </a:moveTo>
                  <a:lnTo>
                    <a:pt x="1555404" y="46120"/>
                  </a:lnTo>
                  <a:cubicBezTo>
                    <a:pt x="1551146" y="45349"/>
                    <a:pt x="1547651" y="44958"/>
                    <a:pt x="1544164" y="44958"/>
                  </a:cubicBezTo>
                  <a:cubicBezTo>
                    <a:pt x="1507350" y="44958"/>
                    <a:pt x="1484100" y="66656"/>
                    <a:pt x="1484100" y="108899"/>
                  </a:cubicBezTo>
                  <a:lnTo>
                    <a:pt x="1484100" y="209264"/>
                  </a:lnTo>
                  <a:lnTo>
                    <a:pt x="1435665" y="209264"/>
                  </a:lnTo>
                  <a:lnTo>
                    <a:pt x="1435665" y="2334"/>
                  </a:lnTo>
                  <a:lnTo>
                    <a:pt x="1481785" y="2334"/>
                  </a:lnTo>
                  <a:lnTo>
                    <a:pt x="1481785" y="32556"/>
                  </a:lnTo>
                  <a:cubicBezTo>
                    <a:pt x="1495740" y="10858"/>
                    <a:pt x="1520923" y="10"/>
                    <a:pt x="1555413" y="10"/>
                  </a:cubicBezTo>
                  <a:close/>
                  <a:moveTo>
                    <a:pt x="203825" y="493376"/>
                  </a:moveTo>
                  <a:lnTo>
                    <a:pt x="203825" y="611953"/>
                  </a:lnTo>
                  <a:lnTo>
                    <a:pt x="155391" y="611953"/>
                  </a:lnTo>
                  <a:lnTo>
                    <a:pt x="155391" y="499577"/>
                  </a:lnTo>
                  <a:cubicBezTo>
                    <a:pt x="155391" y="462763"/>
                    <a:pt x="137179" y="444941"/>
                    <a:pt x="106175" y="444941"/>
                  </a:cubicBezTo>
                  <a:cubicBezTo>
                    <a:pt x="71685" y="444941"/>
                    <a:pt x="48435" y="465868"/>
                    <a:pt x="48435" y="507330"/>
                  </a:cubicBezTo>
                  <a:lnTo>
                    <a:pt x="48435" y="611953"/>
                  </a:lnTo>
                  <a:lnTo>
                    <a:pt x="0" y="611953"/>
                  </a:lnTo>
                  <a:lnTo>
                    <a:pt x="0" y="324421"/>
                  </a:lnTo>
                  <a:lnTo>
                    <a:pt x="48435" y="324421"/>
                  </a:lnTo>
                  <a:lnTo>
                    <a:pt x="48435" y="429044"/>
                  </a:lnTo>
                  <a:cubicBezTo>
                    <a:pt x="64322" y="411994"/>
                    <a:pt x="88735" y="402698"/>
                    <a:pt x="117415" y="402698"/>
                  </a:cubicBezTo>
                  <a:cubicBezTo>
                    <a:pt x="167011" y="402698"/>
                    <a:pt x="203825" y="430987"/>
                    <a:pt x="203825" y="493376"/>
                  </a:cubicBezTo>
                  <a:close/>
                  <a:moveTo>
                    <a:pt x="241192" y="341862"/>
                  </a:moveTo>
                  <a:cubicBezTo>
                    <a:pt x="241192" y="325584"/>
                    <a:pt x="254365" y="312801"/>
                    <a:pt x="272196" y="312801"/>
                  </a:cubicBezTo>
                  <a:cubicBezTo>
                    <a:pt x="290027" y="312801"/>
                    <a:pt x="303190" y="324812"/>
                    <a:pt x="303190" y="340700"/>
                  </a:cubicBezTo>
                  <a:cubicBezTo>
                    <a:pt x="303190" y="357749"/>
                    <a:pt x="290408" y="370923"/>
                    <a:pt x="272196" y="370923"/>
                  </a:cubicBezTo>
                  <a:cubicBezTo>
                    <a:pt x="254375" y="370923"/>
                    <a:pt x="241192" y="358140"/>
                    <a:pt x="241192" y="341862"/>
                  </a:cubicBezTo>
                  <a:close/>
                  <a:moveTo>
                    <a:pt x="247783" y="405022"/>
                  </a:moveTo>
                  <a:lnTo>
                    <a:pt x="296218" y="405022"/>
                  </a:lnTo>
                  <a:lnTo>
                    <a:pt x="296218" y="611953"/>
                  </a:lnTo>
                  <a:lnTo>
                    <a:pt x="247783" y="611953"/>
                  </a:lnTo>
                  <a:lnTo>
                    <a:pt x="247783" y="405022"/>
                  </a:lnTo>
                  <a:close/>
                  <a:moveTo>
                    <a:pt x="559613" y="405022"/>
                  </a:moveTo>
                  <a:lnTo>
                    <a:pt x="559613" y="580558"/>
                  </a:lnTo>
                  <a:cubicBezTo>
                    <a:pt x="559613" y="655739"/>
                    <a:pt x="520475" y="689829"/>
                    <a:pt x="448008" y="689829"/>
                  </a:cubicBezTo>
                  <a:cubicBezTo>
                    <a:pt x="409261" y="689829"/>
                    <a:pt x="370894" y="679761"/>
                    <a:pt x="347262" y="660387"/>
                  </a:cubicBezTo>
                  <a:lnTo>
                    <a:pt x="368960" y="623954"/>
                  </a:lnTo>
                  <a:cubicBezTo>
                    <a:pt x="387172" y="639070"/>
                    <a:pt x="416623" y="648757"/>
                    <a:pt x="445294" y="648757"/>
                  </a:cubicBezTo>
                  <a:cubicBezTo>
                    <a:pt x="491014" y="648757"/>
                    <a:pt x="511169" y="627840"/>
                    <a:pt x="511169" y="585988"/>
                  </a:cubicBezTo>
                  <a:lnTo>
                    <a:pt x="511169" y="575139"/>
                  </a:lnTo>
                  <a:cubicBezTo>
                    <a:pt x="494119" y="593741"/>
                    <a:pt x="469706" y="602647"/>
                    <a:pt x="441808" y="602647"/>
                  </a:cubicBezTo>
                  <a:cubicBezTo>
                    <a:pt x="382524" y="602647"/>
                    <a:pt x="337185" y="562347"/>
                    <a:pt x="337185" y="502282"/>
                  </a:cubicBezTo>
                  <a:cubicBezTo>
                    <a:pt x="337185" y="442217"/>
                    <a:pt x="382524" y="402698"/>
                    <a:pt x="441808" y="402698"/>
                  </a:cubicBezTo>
                  <a:cubicBezTo>
                    <a:pt x="470868" y="402698"/>
                    <a:pt x="496443" y="412004"/>
                    <a:pt x="513493" y="432540"/>
                  </a:cubicBezTo>
                  <a:lnTo>
                    <a:pt x="513493" y="405022"/>
                  </a:lnTo>
                  <a:lnTo>
                    <a:pt x="559603" y="405022"/>
                  </a:lnTo>
                  <a:close/>
                  <a:moveTo>
                    <a:pt x="511950" y="502282"/>
                  </a:moveTo>
                  <a:cubicBezTo>
                    <a:pt x="511950" y="467411"/>
                    <a:pt x="485594" y="443770"/>
                    <a:pt x="449170" y="443770"/>
                  </a:cubicBezTo>
                  <a:cubicBezTo>
                    <a:pt x="412356" y="443770"/>
                    <a:pt x="386010" y="467411"/>
                    <a:pt x="386010" y="502282"/>
                  </a:cubicBezTo>
                  <a:cubicBezTo>
                    <a:pt x="386010" y="537543"/>
                    <a:pt x="412356" y="561565"/>
                    <a:pt x="449170" y="561565"/>
                  </a:cubicBezTo>
                  <a:cubicBezTo>
                    <a:pt x="485594" y="561565"/>
                    <a:pt x="511950" y="537543"/>
                    <a:pt x="511950" y="502282"/>
                  </a:cubicBezTo>
                  <a:close/>
                  <a:moveTo>
                    <a:pt x="814454" y="493376"/>
                  </a:moveTo>
                  <a:lnTo>
                    <a:pt x="814454" y="611953"/>
                  </a:lnTo>
                  <a:lnTo>
                    <a:pt x="766020" y="611953"/>
                  </a:lnTo>
                  <a:lnTo>
                    <a:pt x="766020" y="499577"/>
                  </a:lnTo>
                  <a:cubicBezTo>
                    <a:pt x="766020" y="462763"/>
                    <a:pt x="747808" y="444941"/>
                    <a:pt x="716804" y="444941"/>
                  </a:cubicBezTo>
                  <a:cubicBezTo>
                    <a:pt x="682314" y="444941"/>
                    <a:pt x="659063" y="465868"/>
                    <a:pt x="659063" y="507330"/>
                  </a:cubicBezTo>
                  <a:lnTo>
                    <a:pt x="659063" y="611953"/>
                  </a:lnTo>
                  <a:lnTo>
                    <a:pt x="610629" y="611953"/>
                  </a:lnTo>
                  <a:lnTo>
                    <a:pt x="610629" y="324421"/>
                  </a:lnTo>
                  <a:lnTo>
                    <a:pt x="659063" y="324421"/>
                  </a:lnTo>
                  <a:lnTo>
                    <a:pt x="659063" y="429044"/>
                  </a:lnTo>
                  <a:cubicBezTo>
                    <a:pt x="674951" y="411994"/>
                    <a:pt x="699364" y="402698"/>
                    <a:pt x="728043" y="402698"/>
                  </a:cubicBezTo>
                  <a:cubicBezTo>
                    <a:pt x="777640" y="402698"/>
                    <a:pt x="814454" y="430987"/>
                    <a:pt x="814454" y="493376"/>
                  </a:cubicBezTo>
                  <a:close/>
                  <a:moveTo>
                    <a:pt x="856040" y="484070"/>
                  </a:moveTo>
                  <a:lnTo>
                    <a:pt x="962606" y="484070"/>
                  </a:lnTo>
                  <a:lnTo>
                    <a:pt x="962606" y="524370"/>
                  </a:lnTo>
                  <a:lnTo>
                    <a:pt x="856040" y="524370"/>
                  </a:lnTo>
                  <a:lnTo>
                    <a:pt x="856040" y="484070"/>
                  </a:lnTo>
                  <a:close/>
                  <a:moveTo>
                    <a:pt x="1220219" y="324421"/>
                  </a:moveTo>
                  <a:lnTo>
                    <a:pt x="1220219" y="611953"/>
                  </a:lnTo>
                  <a:lnTo>
                    <a:pt x="1173718" y="611953"/>
                  </a:lnTo>
                  <a:lnTo>
                    <a:pt x="1173718" y="585216"/>
                  </a:lnTo>
                  <a:cubicBezTo>
                    <a:pt x="1157450" y="604980"/>
                    <a:pt x="1133418" y="614667"/>
                    <a:pt x="1105138" y="614667"/>
                  </a:cubicBezTo>
                  <a:cubicBezTo>
                    <a:pt x="1045074" y="614667"/>
                    <a:pt x="1000516" y="572814"/>
                    <a:pt x="1000516" y="508492"/>
                  </a:cubicBezTo>
                  <a:cubicBezTo>
                    <a:pt x="1000516" y="444170"/>
                    <a:pt x="1045074" y="402698"/>
                    <a:pt x="1105138" y="402698"/>
                  </a:cubicBezTo>
                  <a:cubicBezTo>
                    <a:pt x="1131875" y="402698"/>
                    <a:pt x="1155516" y="411604"/>
                    <a:pt x="1171785" y="430606"/>
                  </a:cubicBezTo>
                  <a:lnTo>
                    <a:pt x="1171785" y="324421"/>
                  </a:lnTo>
                  <a:lnTo>
                    <a:pt x="1220219" y="324421"/>
                  </a:lnTo>
                  <a:close/>
                  <a:moveTo>
                    <a:pt x="1172556" y="508492"/>
                  </a:moveTo>
                  <a:cubicBezTo>
                    <a:pt x="1172556" y="468963"/>
                    <a:pt x="1145819" y="443779"/>
                    <a:pt x="1110939" y="443779"/>
                  </a:cubicBezTo>
                  <a:cubicBezTo>
                    <a:pt x="1076058" y="443779"/>
                    <a:pt x="1049322" y="468963"/>
                    <a:pt x="1049322" y="508492"/>
                  </a:cubicBezTo>
                  <a:cubicBezTo>
                    <a:pt x="1049322" y="548021"/>
                    <a:pt x="1076058" y="573205"/>
                    <a:pt x="1110939" y="573205"/>
                  </a:cubicBezTo>
                  <a:cubicBezTo>
                    <a:pt x="1145819" y="573205"/>
                    <a:pt x="1172556" y="548021"/>
                    <a:pt x="1172556" y="508492"/>
                  </a:cubicBezTo>
                  <a:close/>
                  <a:moveTo>
                    <a:pt x="1266806" y="341862"/>
                  </a:moveTo>
                  <a:cubicBezTo>
                    <a:pt x="1266806" y="325584"/>
                    <a:pt x="1279979" y="312801"/>
                    <a:pt x="1297810" y="312801"/>
                  </a:cubicBezTo>
                  <a:cubicBezTo>
                    <a:pt x="1315641" y="312801"/>
                    <a:pt x="1328804" y="324812"/>
                    <a:pt x="1328804" y="340700"/>
                  </a:cubicBezTo>
                  <a:cubicBezTo>
                    <a:pt x="1328804" y="357749"/>
                    <a:pt x="1316022" y="370923"/>
                    <a:pt x="1297810" y="370923"/>
                  </a:cubicBezTo>
                  <a:cubicBezTo>
                    <a:pt x="1279989" y="370923"/>
                    <a:pt x="1266806" y="358140"/>
                    <a:pt x="1266806" y="341862"/>
                  </a:cubicBezTo>
                  <a:close/>
                  <a:moveTo>
                    <a:pt x="1273397" y="405022"/>
                  </a:moveTo>
                  <a:lnTo>
                    <a:pt x="1321832" y="405022"/>
                  </a:lnTo>
                  <a:lnTo>
                    <a:pt x="1321832" y="611953"/>
                  </a:lnTo>
                  <a:lnTo>
                    <a:pt x="1273397" y="611953"/>
                  </a:lnTo>
                  <a:lnTo>
                    <a:pt x="1273397" y="405022"/>
                  </a:lnTo>
                  <a:close/>
                  <a:moveTo>
                    <a:pt x="1586313" y="405022"/>
                  </a:moveTo>
                  <a:lnTo>
                    <a:pt x="1586313" y="580558"/>
                  </a:lnTo>
                  <a:cubicBezTo>
                    <a:pt x="1586313" y="655739"/>
                    <a:pt x="1547174" y="689829"/>
                    <a:pt x="1474708" y="689829"/>
                  </a:cubicBezTo>
                  <a:cubicBezTo>
                    <a:pt x="1435961" y="689829"/>
                    <a:pt x="1397594" y="679761"/>
                    <a:pt x="1373962" y="660387"/>
                  </a:cubicBezTo>
                  <a:lnTo>
                    <a:pt x="1395660" y="623954"/>
                  </a:lnTo>
                  <a:cubicBezTo>
                    <a:pt x="1413872" y="639070"/>
                    <a:pt x="1443323" y="648757"/>
                    <a:pt x="1471994" y="648757"/>
                  </a:cubicBezTo>
                  <a:cubicBezTo>
                    <a:pt x="1517713" y="648757"/>
                    <a:pt x="1537869" y="627840"/>
                    <a:pt x="1537869" y="585988"/>
                  </a:cubicBezTo>
                  <a:lnTo>
                    <a:pt x="1537869" y="575139"/>
                  </a:lnTo>
                  <a:cubicBezTo>
                    <a:pt x="1520819" y="593741"/>
                    <a:pt x="1496406" y="602647"/>
                    <a:pt x="1468507" y="602647"/>
                  </a:cubicBezTo>
                  <a:cubicBezTo>
                    <a:pt x="1409224" y="602647"/>
                    <a:pt x="1363885" y="562347"/>
                    <a:pt x="1363885" y="502282"/>
                  </a:cubicBezTo>
                  <a:cubicBezTo>
                    <a:pt x="1363885" y="442217"/>
                    <a:pt x="1409224" y="402698"/>
                    <a:pt x="1468507" y="402698"/>
                  </a:cubicBezTo>
                  <a:cubicBezTo>
                    <a:pt x="1497568" y="402698"/>
                    <a:pt x="1523143" y="412004"/>
                    <a:pt x="1540193" y="432540"/>
                  </a:cubicBezTo>
                  <a:lnTo>
                    <a:pt x="1540193" y="405022"/>
                  </a:lnTo>
                  <a:lnTo>
                    <a:pt x="1586303" y="405022"/>
                  </a:lnTo>
                  <a:close/>
                  <a:moveTo>
                    <a:pt x="1538649" y="502282"/>
                  </a:moveTo>
                  <a:cubicBezTo>
                    <a:pt x="1538649" y="467411"/>
                    <a:pt x="1512294" y="443770"/>
                    <a:pt x="1475870" y="443770"/>
                  </a:cubicBezTo>
                  <a:cubicBezTo>
                    <a:pt x="1439056" y="443770"/>
                    <a:pt x="1412710" y="467411"/>
                    <a:pt x="1412710" y="502282"/>
                  </a:cubicBezTo>
                  <a:cubicBezTo>
                    <a:pt x="1412710" y="537543"/>
                    <a:pt x="1439056" y="561565"/>
                    <a:pt x="1475870" y="561565"/>
                  </a:cubicBezTo>
                  <a:cubicBezTo>
                    <a:pt x="1512294" y="561565"/>
                    <a:pt x="1538649" y="537543"/>
                    <a:pt x="1538649" y="502282"/>
                  </a:cubicBezTo>
                  <a:close/>
                  <a:moveTo>
                    <a:pt x="1625337" y="341852"/>
                  </a:moveTo>
                  <a:cubicBezTo>
                    <a:pt x="1625337" y="325574"/>
                    <a:pt x="1638510" y="312791"/>
                    <a:pt x="1656340" y="312791"/>
                  </a:cubicBezTo>
                  <a:cubicBezTo>
                    <a:pt x="1674171" y="312791"/>
                    <a:pt x="1687344" y="324803"/>
                    <a:pt x="1687344" y="340690"/>
                  </a:cubicBezTo>
                  <a:cubicBezTo>
                    <a:pt x="1687344" y="357740"/>
                    <a:pt x="1674552" y="370913"/>
                    <a:pt x="1656340" y="370913"/>
                  </a:cubicBezTo>
                  <a:cubicBezTo>
                    <a:pt x="1638519" y="370913"/>
                    <a:pt x="1625337" y="358130"/>
                    <a:pt x="1625337" y="341852"/>
                  </a:cubicBezTo>
                  <a:close/>
                  <a:moveTo>
                    <a:pt x="1631928" y="405013"/>
                  </a:moveTo>
                  <a:lnTo>
                    <a:pt x="1680363" y="405013"/>
                  </a:lnTo>
                  <a:lnTo>
                    <a:pt x="1680363" y="611943"/>
                  </a:lnTo>
                  <a:lnTo>
                    <a:pt x="1631928" y="611943"/>
                  </a:lnTo>
                  <a:lnTo>
                    <a:pt x="1631928" y="405013"/>
                  </a:lnTo>
                  <a:close/>
                  <a:moveTo>
                    <a:pt x="1871139" y="600704"/>
                  </a:moveTo>
                  <a:cubicBezTo>
                    <a:pt x="1859518" y="610000"/>
                    <a:pt x="1842078" y="614658"/>
                    <a:pt x="1824638" y="614658"/>
                  </a:cubicBezTo>
                  <a:cubicBezTo>
                    <a:pt x="1779299" y="614658"/>
                    <a:pt x="1753333" y="590626"/>
                    <a:pt x="1753333" y="544906"/>
                  </a:cubicBezTo>
                  <a:lnTo>
                    <a:pt x="1753333" y="445313"/>
                  </a:lnTo>
                  <a:lnTo>
                    <a:pt x="1719234" y="445313"/>
                  </a:lnTo>
                  <a:lnTo>
                    <a:pt x="1719234" y="406565"/>
                  </a:lnTo>
                  <a:lnTo>
                    <a:pt x="1753333" y="406565"/>
                  </a:lnTo>
                  <a:lnTo>
                    <a:pt x="1753333" y="359293"/>
                  </a:lnTo>
                  <a:lnTo>
                    <a:pt x="1801778" y="359293"/>
                  </a:lnTo>
                  <a:lnTo>
                    <a:pt x="1801778" y="406565"/>
                  </a:lnTo>
                  <a:lnTo>
                    <a:pt x="1857185" y="406565"/>
                  </a:lnTo>
                  <a:lnTo>
                    <a:pt x="1857185" y="445313"/>
                  </a:lnTo>
                  <a:lnTo>
                    <a:pt x="1801778" y="445313"/>
                  </a:lnTo>
                  <a:lnTo>
                    <a:pt x="1801778" y="543744"/>
                  </a:lnTo>
                  <a:cubicBezTo>
                    <a:pt x="1801778" y="563890"/>
                    <a:pt x="1811846" y="574738"/>
                    <a:pt x="1830448" y="574738"/>
                  </a:cubicBezTo>
                  <a:cubicBezTo>
                    <a:pt x="1840525" y="574738"/>
                    <a:pt x="1850212" y="572024"/>
                    <a:pt x="1857575" y="566214"/>
                  </a:cubicBezTo>
                  <a:lnTo>
                    <a:pt x="1871129" y="600704"/>
                  </a:lnTo>
                  <a:close/>
                  <a:moveTo>
                    <a:pt x="2080908" y="490652"/>
                  </a:moveTo>
                  <a:lnTo>
                    <a:pt x="2080908" y="611943"/>
                  </a:lnTo>
                  <a:lnTo>
                    <a:pt x="2035178" y="611943"/>
                  </a:lnTo>
                  <a:lnTo>
                    <a:pt x="2035178" y="586759"/>
                  </a:lnTo>
                  <a:cubicBezTo>
                    <a:pt x="2023558" y="604580"/>
                    <a:pt x="2001079" y="614658"/>
                    <a:pt x="1970084" y="614658"/>
                  </a:cubicBezTo>
                  <a:cubicBezTo>
                    <a:pt x="1922812" y="614658"/>
                    <a:pt x="1892970" y="588693"/>
                    <a:pt x="1892970" y="552660"/>
                  </a:cubicBezTo>
                  <a:cubicBezTo>
                    <a:pt x="1892970" y="518170"/>
                    <a:pt x="1916230" y="491042"/>
                    <a:pt x="1978990" y="491042"/>
                  </a:cubicBezTo>
                  <a:lnTo>
                    <a:pt x="2032473" y="491042"/>
                  </a:lnTo>
                  <a:lnTo>
                    <a:pt x="2032473" y="487947"/>
                  </a:lnTo>
                  <a:cubicBezTo>
                    <a:pt x="2032473" y="459657"/>
                    <a:pt x="2015423" y="442998"/>
                    <a:pt x="1980933" y="442998"/>
                  </a:cubicBezTo>
                  <a:cubicBezTo>
                    <a:pt x="1957673" y="442998"/>
                    <a:pt x="1933651" y="450752"/>
                    <a:pt x="1918154" y="463534"/>
                  </a:cubicBezTo>
                  <a:lnTo>
                    <a:pt x="1899161" y="428273"/>
                  </a:lnTo>
                  <a:cubicBezTo>
                    <a:pt x="1921250" y="411223"/>
                    <a:pt x="1953416" y="402698"/>
                    <a:pt x="1986744" y="402698"/>
                  </a:cubicBezTo>
                  <a:cubicBezTo>
                    <a:pt x="2046427" y="402698"/>
                    <a:pt x="2080908" y="430987"/>
                    <a:pt x="2080908" y="490661"/>
                  </a:cubicBezTo>
                  <a:close/>
                  <a:moveTo>
                    <a:pt x="2032473" y="547230"/>
                  </a:moveTo>
                  <a:lnTo>
                    <a:pt x="2032473" y="523208"/>
                  </a:lnTo>
                  <a:lnTo>
                    <a:pt x="1982486" y="523208"/>
                  </a:lnTo>
                  <a:cubicBezTo>
                    <a:pt x="1949548" y="523208"/>
                    <a:pt x="1940633" y="535600"/>
                    <a:pt x="1940633" y="550716"/>
                  </a:cubicBezTo>
                  <a:cubicBezTo>
                    <a:pt x="1940633" y="568157"/>
                    <a:pt x="1955359" y="579396"/>
                    <a:pt x="1980152" y="579396"/>
                  </a:cubicBezTo>
                  <a:cubicBezTo>
                    <a:pt x="2003793" y="579396"/>
                    <a:pt x="2024329" y="568547"/>
                    <a:pt x="2032473" y="547230"/>
                  </a:cubicBezTo>
                  <a:close/>
                  <a:moveTo>
                    <a:pt x="2125513" y="324412"/>
                  </a:moveTo>
                  <a:lnTo>
                    <a:pt x="2173948" y="324412"/>
                  </a:lnTo>
                  <a:lnTo>
                    <a:pt x="2173948" y="611943"/>
                  </a:lnTo>
                  <a:lnTo>
                    <a:pt x="2125513" y="611943"/>
                  </a:lnTo>
                  <a:lnTo>
                    <a:pt x="2125513" y="324412"/>
                  </a:lnTo>
                  <a:close/>
                  <a:moveTo>
                    <a:pt x="807634" y="911171"/>
                  </a:moveTo>
                  <a:cubicBezTo>
                    <a:pt x="807634" y="975503"/>
                    <a:pt x="763067" y="1017356"/>
                    <a:pt x="702621" y="1017356"/>
                  </a:cubicBezTo>
                  <a:cubicBezTo>
                    <a:pt x="676275" y="1017356"/>
                    <a:pt x="653024" y="1008440"/>
                    <a:pt x="636356" y="989447"/>
                  </a:cubicBezTo>
                  <a:lnTo>
                    <a:pt x="636356" y="1089822"/>
                  </a:lnTo>
                  <a:lnTo>
                    <a:pt x="587921" y="1089822"/>
                  </a:lnTo>
                  <a:lnTo>
                    <a:pt x="587921" y="807710"/>
                  </a:lnTo>
                  <a:lnTo>
                    <a:pt x="634041" y="807710"/>
                  </a:lnTo>
                  <a:lnTo>
                    <a:pt x="634041" y="834838"/>
                  </a:lnTo>
                  <a:cubicBezTo>
                    <a:pt x="650310" y="815073"/>
                    <a:pt x="674342" y="805386"/>
                    <a:pt x="702621" y="805386"/>
                  </a:cubicBezTo>
                  <a:cubicBezTo>
                    <a:pt x="763076" y="805386"/>
                    <a:pt x="807634" y="847239"/>
                    <a:pt x="807634" y="911181"/>
                  </a:cubicBezTo>
                  <a:close/>
                  <a:moveTo>
                    <a:pt x="758419" y="911171"/>
                  </a:moveTo>
                  <a:cubicBezTo>
                    <a:pt x="758419" y="871652"/>
                    <a:pt x="732072" y="846458"/>
                    <a:pt x="697192" y="846458"/>
                  </a:cubicBezTo>
                  <a:cubicBezTo>
                    <a:pt x="662311" y="846458"/>
                    <a:pt x="635584" y="871652"/>
                    <a:pt x="635584" y="911171"/>
                  </a:cubicBezTo>
                  <a:cubicBezTo>
                    <a:pt x="635584" y="950690"/>
                    <a:pt x="662321" y="975884"/>
                    <a:pt x="697192" y="975884"/>
                  </a:cubicBezTo>
                  <a:cubicBezTo>
                    <a:pt x="732063" y="975884"/>
                    <a:pt x="758419" y="950690"/>
                    <a:pt x="758419" y="911171"/>
                  </a:cubicBezTo>
                  <a:close/>
                  <a:moveTo>
                    <a:pt x="843639" y="727110"/>
                  </a:moveTo>
                  <a:lnTo>
                    <a:pt x="892073" y="727110"/>
                  </a:lnTo>
                  <a:lnTo>
                    <a:pt x="892073" y="1014632"/>
                  </a:lnTo>
                  <a:lnTo>
                    <a:pt x="843639" y="1014632"/>
                  </a:lnTo>
                  <a:lnTo>
                    <a:pt x="843639" y="727110"/>
                  </a:lnTo>
                  <a:close/>
                  <a:moveTo>
                    <a:pt x="1120883" y="893350"/>
                  </a:moveTo>
                  <a:lnTo>
                    <a:pt x="1120883" y="1014632"/>
                  </a:lnTo>
                  <a:lnTo>
                    <a:pt x="1075163" y="1014632"/>
                  </a:lnTo>
                  <a:lnTo>
                    <a:pt x="1075163" y="989438"/>
                  </a:lnTo>
                  <a:cubicBezTo>
                    <a:pt x="1063533" y="1007269"/>
                    <a:pt x="1041063" y="1017346"/>
                    <a:pt x="1010060" y="1017346"/>
                  </a:cubicBezTo>
                  <a:cubicBezTo>
                    <a:pt x="962787" y="1017346"/>
                    <a:pt x="932945" y="991381"/>
                    <a:pt x="932945" y="955339"/>
                  </a:cubicBezTo>
                  <a:cubicBezTo>
                    <a:pt x="932945" y="920848"/>
                    <a:pt x="956196" y="893731"/>
                    <a:pt x="1018975" y="893731"/>
                  </a:cubicBezTo>
                  <a:lnTo>
                    <a:pt x="1072448" y="893731"/>
                  </a:lnTo>
                  <a:lnTo>
                    <a:pt x="1072448" y="890626"/>
                  </a:lnTo>
                  <a:cubicBezTo>
                    <a:pt x="1072448" y="862336"/>
                    <a:pt x="1055399" y="845677"/>
                    <a:pt x="1020909" y="845677"/>
                  </a:cubicBezTo>
                  <a:cubicBezTo>
                    <a:pt x="997658" y="845677"/>
                    <a:pt x="973636" y="853430"/>
                    <a:pt x="958139" y="866213"/>
                  </a:cubicBezTo>
                  <a:lnTo>
                    <a:pt x="939146" y="830951"/>
                  </a:lnTo>
                  <a:cubicBezTo>
                    <a:pt x="961234" y="813902"/>
                    <a:pt x="993391" y="805367"/>
                    <a:pt x="1026719" y="805367"/>
                  </a:cubicBezTo>
                  <a:cubicBezTo>
                    <a:pt x="1086403" y="805367"/>
                    <a:pt x="1120883" y="833657"/>
                    <a:pt x="1120883" y="893340"/>
                  </a:cubicBezTo>
                  <a:close/>
                  <a:moveTo>
                    <a:pt x="1072448" y="949919"/>
                  </a:moveTo>
                  <a:lnTo>
                    <a:pt x="1072448" y="925897"/>
                  </a:lnTo>
                  <a:lnTo>
                    <a:pt x="1022461" y="925897"/>
                  </a:lnTo>
                  <a:cubicBezTo>
                    <a:pt x="989524" y="925897"/>
                    <a:pt x="980608" y="938289"/>
                    <a:pt x="980608" y="953405"/>
                  </a:cubicBezTo>
                  <a:cubicBezTo>
                    <a:pt x="980608" y="970845"/>
                    <a:pt x="995334" y="982085"/>
                    <a:pt x="1020137" y="982085"/>
                  </a:cubicBezTo>
                  <a:cubicBezTo>
                    <a:pt x="1043778" y="982085"/>
                    <a:pt x="1064314" y="971236"/>
                    <a:pt x="1072448" y="949919"/>
                  </a:cubicBezTo>
                  <a:close/>
                  <a:moveTo>
                    <a:pt x="1159012" y="911171"/>
                  </a:moveTo>
                  <a:cubicBezTo>
                    <a:pt x="1159012" y="849173"/>
                    <a:pt x="1205513" y="805377"/>
                    <a:pt x="1270997" y="805377"/>
                  </a:cubicBezTo>
                  <a:cubicBezTo>
                    <a:pt x="1311297" y="805377"/>
                    <a:pt x="1343463" y="822046"/>
                    <a:pt x="1359351" y="853430"/>
                  </a:cubicBezTo>
                  <a:lnTo>
                    <a:pt x="1322146" y="875119"/>
                  </a:lnTo>
                  <a:cubicBezTo>
                    <a:pt x="1309745" y="855364"/>
                    <a:pt x="1291152" y="846449"/>
                    <a:pt x="1270606" y="846449"/>
                  </a:cubicBezTo>
                  <a:cubicBezTo>
                    <a:pt x="1234955" y="846449"/>
                    <a:pt x="1207827" y="871252"/>
                    <a:pt x="1207827" y="911162"/>
                  </a:cubicBezTo>
                  <a:cubicBezTo>
                    <a:pt x="1207827" y="951462"/>
                    <a:pt x="1234955" y="975874"/>
                    <a:pt x="1270606" y="975874"/>
                  </a:cubicBezTo>
                  <a:cubicBezTo>
                    <a:pt x="1291142" y="975874"/>
                    <a:pt x="1309745" y="966968"/>
                    <a:pt x="1322146" y="947204"/>
                  </a:cubicBezTo>
                  <a:lnTo>
                    <a:pt x="1359351" y="968902"/>
                  </a:lnTo>
                  <a:cubicBezTo>
                    <a:pt x="1343463" y="999896"/>
                    <a:pt x="1311297" y="1017337"/>
                    <a:pt x="1270997" y="1017337"/>
                  </a:cubicBezTo>
                  <a:cubicBezTo>
                    <a:pt x="1205503" y="1017337"/>
                    <a:pt x="1159012" y="973160"/>
                    <a:pt x="1159012" y="911152"/>
                  </a:cubicBezTo>
                  <a:close/>
                  <a:moveTo>
                    <a:pt x="1595790" y="926678"/>
                  </a:moveTo>
                  <a:lnTo>
                    <a:pt x="1433427" y="926678"/>
                  </a:lnTo>
                  <a:cubicBezTo>
                    <a:pt x="1439237" y="956901"/>
                    <a:pt x="1464421" y="976274"/>
                    <a:pt x="1500464" y="976274"/>
                  </a:cubicBezTo>
                  <a:cubicBezTo>
                    <a:pt x="1523714" y="976274"/>
                    <a:pt x="1541926" y="968912"/>
                    <a:pt x="1556652" y="953805"/>
                  </a:cubicBezTo>
                  <a:lnTo>
                    <a:pt x="1582617" y="983637"/>
                  </a:lnTo>
                  <a:cubicBezTo>
                    <a:pt x="1564015" y="1005726"/>
                    <a:pt x="1534954" y="1017356"/>
                    <a:pt x="1499302" y="1017356"/>
                  </a:cubicBezTo>
                  <a:cubicBezTo>
                    <a:pt x="1429931" y="1017356"/>
                    <a:pt x="1384992" y="972788"/>
                    <a:pt x="1384992" y="911171"/>
                  </a:cubicBezTo>
                  <a:cubicBezTo>
                    <a:pt x="1384992" y="849554"/>
                    <a:pt x="1430331" y="805377"/>
                    <a:pt x="1491939" y="805377"/>
                  </a:cubicBezTo>
                  <a:cubicBezTo>
                    <a:pt x="1552394" y="805377"/>
                    <a:pt x="1596562" y="847620"/>
                    <a:pt x="1596562" y="912333"/>
                  </a:cubicBezTo>
                  <a:cubicBezTo>
                    <a:pt x="1596562" y="916200"/>
                    <a:pt x="1596171" y="922020"/>
                    <a:pt x="1595790" y="926678"/>
                  </a:cubicBezTo>
                  <a:close/>
                  <a:moveTo>
                    <a:pt x="1436008" y="894512"/>
                  </a:moveTo>
                  <a:lnTo>
                    <a:pt x="1553423" y="894512"/>
                  </a:lnTo>
                  <a:cubicBezTo>
                    <a:pt x="1549546" y="864670"/>
                    <a:pt x="1526686" y="844134"/>
                    <a:pt x="1494911" y="844134"/>
                  </a:cubicBezTo>
                  <a:cubicBezTo>
                    <a:pt x="1463526" y="844134"/>
                    <a:pt x="1440666" y="864280"/>
                    <a:pt x="1436018" y="894512"/>
                  </a:cubicBezTo>
                  <a:close/>
                </a:path>
              </a:pathLst>
            </a:custGeom>
            <a:solidFill>
              <a:srgbClr val="FF315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D8091330-D5BB-99FA-0F7F-1072F489E9B9}"/>
                </a:ext>
              </a:extLst>
            </p:cNvPr>
            <p:cNvSpPr/>
            <p:nvPr/>
          </p:nvSpPr>
          <p:spPr>
            <a:xfrm>
              <a:off x="1214773" y="604593"/>
              <a:ext cx="7019858" cy="1394326"/>
            </a:xfrm>
            <a:custGeom>
              <a:avLst/>
              <a:gdLst>
                <a:gd name="connsiteX0" fmla="*/ 4682443 w 7019858"/>
                <a:gd name="connsiteY0" fmla="*/ 246955 h 1394326"/>
                <a:gd name="connsiteX1" fmla="*/ 4499439 w 7019858"/>
                <a:gd name="connsiteY1" fmla="*/ 64903 h 1394326"/>
                <a:gd name="connsiteX2" fmla="*/ 4235825 w 7019858"/>
                <a:gd name="connsiteY2" fmla="*/ 419 h 1394326"/>
                <a:gd name="connsiteX3" fmla="*/ 4006348 w 7019858"/>
                <a:gd name="connsiteY3" fmla="*/ 56359 h 1394326"/>
                <a:gd name="connsiteX4" fmla="*/ 3902050 w 7019858"/>
                <a:gd name="connsiteY4" fmla="*/ 142770 h 1394326"/>
                <a:gd name="connsiteX5" fmla="*/ 3902050 w 7019858"/>
                <a:gd name="connsiteY5" fmla="*/ 13687 h 1394326"/>
                <a:gd name="connsiteX6" fmla="*/ 3676364 w 7019858"/>
                <a:gd name="connsiteY6" fmla="*/ 13687 h 1394326"/>
                <a:gd name="connsiteX7" fmla="*/ 3676364 w 7019858"/>
                <a:gd name="connsiteY7" fmla="*/ 1394327 h 1394326"/>
                <a:gd name="connsiteX8" fmla="*/ 3911527 w 7019858"/>
                <a:gd name="connsiteY8" fmla="*/ 1394327 h 1394326"/>
                <a:gd name="connsiteX9" fmla="*/ 3911527 w 7019858"/>
                <a:gd name="connsiteY9" fmla="*/ 902961 h 1394326"/>
                <a:gd name="connsiteX10" fmla="*/ 4010140 w 7019858"/>
                <a:gd name="connsiteY10" fmla="*/ 983742 h 1394326"/>
                <a:gd name="connsiteX11" fmla="*/ 4235825 w 7019858"/>
                <a:gd name="connsiteY11" fmla="*/ 1039682 h 1394326"/>
                <a:gd name="connsiteX12" fmla="*/ 4499439 w 7019858"/>
                <a:gd name="connsiteY12" fmla="*/ 975198 h 1394326"/>
                <a:gd name="connsiteX13" fmla="*/ 4682443 w 7019858"/>
                <a:gd name="connsiteY13" fmla="*/ 794080 h 1394326"/>
                <a:gd name="connsiteX14" fmla="*/ 4749775 w 7019858"/>
                <a:gd name="connsiteY14" fmla="*/ 520046 h 1394326"/>
                <a:gd name="connsiteX15" fmla="*/ 4682443 w 7019858"/>
                <a:gd name="connsiteY15" fmla="*/ 246945 h 1394326"/>
                <a:gd name="connsiteX16" fmla="*/ 4469092 w 7019858"/>
                <a:gd name="connsiteY16" fmla="*/ 686924 h 1394326"/>
                <a:gd name="connsiteX17" fmla="*/ 4361936 w 7019858"/>
                <a:gd name="connsiteY17" fmla="*/ 798814 h 1394326"/>
                <a:gd name="connsiteX18" fmla="*/ 4207374 w 7019858"/>
                <a:gd name="connsiteY18" fmla="*/ 838648 h 1394326"/>
                <a:gd name="connsiteX19" fmla="*/ 4055650 w 7019858"/>
                <a:gd name="connsiteY19" fmla="*/ 798814 h 1394326"/>
                <a:gd name="connsiteX20" fmla="*/ 3947560 w 7019858"/>
                <a:gd name="connsiteY20" fmla="*/ 686924 h 1394326"/>
                <a:gd name="connsiteX21" fmla="*/ 3907736 w 7019858"/>
                <a:gd name="connsiteY21" fmla="*/ 520046 h 1394326"/>
                <a:gd name="connsiteX22" fmla="*/ 3947560 w 7019858"/>
                <a:gd name="connsiteY22" fmla="*/ 352215 h 1394326"/>
                <a:gd name="connsiteX23" fmla="*/ 4055650 w 7019858"/>
                <a:gd name="connsiteY23" fmla="*/ 242211 h 1394326"/>
                <a:gd name="connsiteX24" fmla="*/ 4207374 w 7019858"/>
                <a:gd name="connsiteY24" fmla="*/ 203340 h 1394326"/>
                <a:gd name="connsiteX25" fmla="*/ 4361936 w 7019858"/>
                <a:gd name="connsiteY25" fmla="*/ 242211 h 1394326"/>
                <a:gd name="connsiteX26" fmla="*/ 4469092 w 7019858"/>
                <a:gd name="connsiteY26" fmla="*/ 352215 h 1394326"/>
                <a:gd name="connsiteX27" fmla="*/ 4508925 w 7019858"/>
                <a:gd name="connsiteY27" fmla="*/ 520046 h 1394326"/>
                <a:gd name="connsiteX28" fmla="*/ 4469092 w 7019858"/>
                <a:gd name="connsiteY28" fmla="*/ 686924 h 1394326"/>
                <a:gd name="connsiteX29" fmla="*/ 5832644 w 7019858"/>
                <a:gd name="connsiteY29" fmla="*/ 248841 h 1394326"/>
                <a:gd name="connsiteX30" fmla="*/ 5650592 w 7019858"/>
                <a:gd name="connsiteY30" fmla="*/ 65837 h 1394326"/>
                <a:gd name="connsiteX31" fmla="*/ 5386978 w 7019858"/>
                <a:gd name="connsiteY31" fmla="*/ 410 h 1394326"/>
                <a:gd name="connsiteX32" fmla="*/ 5116735 w 7019858"/>
                <a:gd name="connsiteY32" fmla="*/ 67732 h 1394326"/>
                <a:gd name="connsiteX33" fmla="*/ 4930883 w 7019858"/>
                <a:gd name="connsiteY33" fmla="*/ 251698 h 1394326"/>
                <a:gd name="connsiteX34" fmla="*/ 4863551 w 7019858"/>
                <a:gd name="connsiteY34" fmla="*/ 520046 h 1394326"/>
                <a:gd name="connsiteX35" fmla="*/ 4932769 w 7019858"/>
                <a:gd name="connsiteY35" fmla="*/ 788394 h 1394326"/>
                <a:gd name="connsiteX36" fmla="*/ 5128117 w 7019858"/>
                <a:gd name="connsiteY36" fmla="*/ 972360 h 1394326"/>
                <a:gd name="connsiteX37" fmla="*/ 5423021 w 7019858"/>
                <a:gd name="connsiteY37" fmla="*/ 1039682 h 1394326"/>
                <a:gd name="connsiteX38" fmla="*/ 5659127 w 7019858"/>
                <a:gd name="connsiteY38" fmla="*/ 997972 h 1394326"/>
                <a:gd name="connsiteX39" fmla="*/ 5832653 w 7019858"/>
                <a:gd name="connsiteY39" fmla="*/ 876586 h 1394326"/>
                <a:gd name="connsiteX40" fmla="*/ 5703704 w 7019858"/>
                <a:gd name="connsiteY40" fmla="*/ 728662 h 1394326"/>
                <a:gd name="connsiteX41" fmla="*/ 5582336 w 7019858"/>
                <a:gd name="connsiteY41" fmla="*/ 812111 h 1394326"/>
                <a:gd name="connsiteX42" fmla="*/ 5428707 w 7019858"/>
                <a:gd name="connsiteY42" fmla="*/ 840553 h 1394326"/>
                <a:gd name="connsiteX43" fmla="*/ 5252342 w 7019858"/>
                <a:gd name="connsiteY43" fmla="*/ 801672 h 1394326"/>
                <a:gd name="connsiteX44" fmla="*/ 5135699 w 7019858"/>
                <a:gd name="connsiteY44" fmla="*/ 692620 h 1394326"/>
                <a:gd name="connsiteX45" fmla="*/ 5100524 w 7019858"/>
                <a:gd name="connsiteY45" fmla="*/ 595894 h 1394326"/>
                <a:gd name="connsiteX46" fmla="*/ 5895242 w 7019858"/>
                <a:gd name="connsiteY46" fmla="*/ 595894 h 1394326"/>
                <a:gd name="connsiteX47" fmla="*/ 5898080 w 7019858"/>
                <a:gd name="connsiteY47" fmla="*/ 560822 h 1394326"/>
                <a:gd name="connsiteX48" fmla="*/ 5899033 w 7019858"/>
                <a:gd name="connsiteY48" fmla="*/ 527618 h 1394326"/>
                <a:gd name="connsiteX49" fmla="*/ 5832653 w 7019858"/>
                <a:gd name="connsiteY49" fmla="*/ 248841 h 1394326"/>
                <a:gd name="connsiteX50" fmla="*/ 5130956 w 7019858"/>
                <a:gd name="connsiteY50" fmla="*/ 336080 h 1394326"/>
                <a:gd name="connsiteX51" fmla="*/ 5234321 w 7019858"/>
                <a:gd name="connsiteY51" fmla="*/ 230819 h 1394326"/>
                <a:gd name="connsiteX52" fmla="*/ 5386988 w 7019858"/>
                <a:gd name="connsiteY52" fmla="*/ 193843 h 1394326"/>
                <a:gd name="connsiteX53" fmla="*/ 5538711 w 7019858"/>
                <a:gd name="connsiteY53" fmla="*/ 230819 h 1394326"/>
                <a:gd name="connsiteX54" fmla="*/ 5640172 w 7019858"/>
                <a:gd name="connsiteY54" fmla="*/ 335118 h 1394326"/>
                <a:gd name="connsiteX55" fmla="*/ 5672767 w 7019858"/>
                <a:gd name="connsiteY55" fmla="*/ 438493 h 1394326"/>
                <a:gd name="connsiteX56" fmla="*/ 5098780 w 7019858"/>
                <a:gd name="connsiteY56" fmla="*/ 438493 h 1394326"/>
                <a:gd name="connsiteX57" fmla="*/ 5130965 w 7019858"/>
                <a:gd name="connsiteY57" fmla="*/ 336080 h 1394326"/>
                <a:gd name="connsiteX58" fmla="*/ 6963909 w 7019858"/>
                <a:gd name="connsiteY58" fmla="*/ 193843 h 1394326"/>
                <a:gd name="connsiteX59" fmla="*/ 7019859 w 7019858"/>
                <a:gd name="connsiteY59" fmla="*/ 446084 h 1394326"/>
                <a:gd name="connsiteX60" fmla="*/ 7019859 w 7019858"/>
                <a:gd name="connsiteY60" fmla="*/ 1026404 h 1394326"/>
                <a:gd name="connsiteX61" fmla="*/ 6782791 w 7019858"/>
                <a:gd name="connsiteY61" fmla="*/ 1026404 h 1394326"/>
                <a:gd name="connsiteX62" fmla="*/ 6782791 w 7019858"/>
                <a:gd name="connsiteY62" fmla="*/ 476421 h 1394326"/>
                <a:gd name="connsiteX63" fmla="*/ 6720211 w 7019858"/>
                <a:gd name="connsiteY63" fmla="*/ 275387 h 1394326"/>
                <a:gd name="connsiteX64" fmla="*/ 6541941 w 7019858"/>
                <a:gd name="connsiteY64" fmla="*/ 209017 h 1394326"/>
                <a:gd name="connsiteX65" fmla="*/ 6394019 w 7019858"/>
                <a:gd name="connsiteY65" fmla="*/ 243145 h 1394326"/>
                <a:gd name="connsiteX66" fmla="*/ 6294454 w 7019858"/>
                <a:gd name="connsiteY66" fmla="*/ 344605 h 1394326"/>
                <a:gd name="connsiteX67" fmla="*/ 6259363 w 7019858"/>
                <a:gd name="connsiteY67" fmla="*/ 514350 h 1394326"/>
                <a:gd name="connsiteX68" fmla="*/ 6259363 w 7019858"/>
                <a:gd name="connsiteY68" fmla="*/ 1026404 h 1394326"/>
                <a:gd name="connsiteX69" fmla="*/ 6024210 w 7019858"/>
                <a:gd name="connsiteY69" fmla="*/ 1026404 h 1394326"/>
                <a:gd name="connsiteX70" fmla="*/ 6024210 w 7019858"/>
                <a:gd name="connsiteY70" fmla="*/ 13678 h 1394326"/>
                <a:gd name="connsiteX71" fmla="*/ 6249886 w 7019858"/>
                <a:gd name="connsiteY71" fmla="*/ 13678 h 1394326"/>
                <a:gd name="connsiteX72" fmla="*/ 6249886 w 7019858"/>
                <a:gd name="connsiteY72" fmla="*/ 143942 h 1394326"/>
                <a:gd name="connsiteX73" fmla="*/ 6362729 w 7019858"/>
                <a:gd name="connsiteY73" fmla="*/ 53521 h 1394326"/>
                <a:gd name="connsiteX74" fmla="*/ 6596949 w 7019858"/>
                <a:gd name="connsiteY74" fmla="*/ 419 h 1394326"/>
                <a:gd name="connsiteX75" fmla="*/ 6814090 w 7019858"/>
                <a:gd name="connsiteY75" fmla="*/ 47835 h 1394326"/>
                <a:gd name="connsiteX76" fmla="*/ 6963918 w 7019858"/>
                <a:gd name="connsiteY76" fmla="*/ 193853 h 1394326"/>
                <a:gd name="connsiteX77" fmla="*/ 520046 w 7019858"/>
                <a:gd name="connsiteY77" fmla="*/ 1040101 h 1394326"/>
                <a:gd name="connsiteX78" fmla="*/ 0 w 7019858"/>
                <a:gd name="connsiteY78" fmla="*/ 520065 h 1394326"/>
                <a:gd name="connsiteX79" fmla="*/ 520046 w 7019858"/>
                <a:gd name="connsiteY79" fmla="*/ 10 h 1394326"/>
                <a:gd name="connsiteX80" fmla="*/ 520046 w 7019858"/>
                <a:gd name="connsiteY80" fmla="*/ 213789 h 1394326"/>
                <a:gd name="connsiteX81" fmla="*/ 213779 w 7019858"/>
                <a:gd name="connsiteY81" fmla="*/ 520065 h 1394326"/>
                <a:gd name="connsiteX82" fmla="*/ 520046 w 7019858"/>
                <a:gd name="connsiteY82" fmla="*/ 826332 h 1394326"/>
                <a:gd name="connsiteX83" fmla="*/ 520046 w 7019858"/>
                <a:gd name="connsiteY83" fmla="*/ 1040111 h 1394326"/>
                <a:gd name="connsiteX84" fmla="*/ 3034122 w 7019858"/>
                <a:gd name="connsiteY84" fmla="*/ 1040101 h 1394326"/>
                <a:gd name="connsiteX85" fmla="*/ 3034122 w 7019858"/>
                <a:gd name="connsiteY85" fmla="*/ 826322 h 1394326"/>
                <a:gd name="connsiteX86" fmla="*/ 3340389 w 7019858"/>
                <a:gd name="connsiteY86" fmla="*/ 520055 h 1394326"/>
                <a:gd name="connsiteX87" fmla="*/ 3034122 w 7019858"/>
                <a:gd name="connsiteY87" fmla="*/ 213779 h 1394326"/>
                <a:gd name="connsiteX88" fmla="*/ 3034122 w 7019858"/>
                <a:gd name="connsiteY88" fmla="*/ 0 h 1394326"/>
                <a:gd name="connsiteX89" fmla="*/ 3554178 w 7019858"/>
                <a:gd name="connsiteY89" fmla="*/ 520055 h 1394326"/>
                <a:gd name="connsiteX90" fmla="*/ 3034122 w 7019858"/>
                <a:gd name="connsiteY90" fmla="*/ 1040092 h 139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019858" h="1394326">
                  <a:moveTo>
                    <a:pt x="4682443" y="246955"/>
                  </a:moveTo>
                  <a:cubicBezTo>
                    <a:pt x="4637551" y="168583"/>
                    <a:pt x="4576534" y="107899"/>
                    <a:pt x="4499439" y="64903"/>
                  </a:cubicBezTo>
                  <a:cubicBezTo>
                    <a:pt x="4422296" y="21927"/>
                    <a:pt x="4334447" y="419"/>
                    <a:pt x="4235825" y="419"/>
                  </a:cubicBezTo>
                  <a:cubicBezTo>
                    <a:pt x="4151100" y="419"/>
                    <a:pt x="4074624" y="19088"/>
                    <a:pt x="4006348" y="56359"/>
                  </a:cubicBezTo>
                  <a:cubicBezTo>
                    <a:pt x="3966163" y="78315"/>
                    <a:pt x="3931491" y="107242"/>
                    <a:pt x="3902050" y="142770"/>
                  </a:cubicBezTo>
                  <a:lnTo>
                    <a:pt x="3902050" y="13687"/>
                  </a:lnTo>
                  <a:lnTo>
                    <a:pt x="3676364" y="13687"/>
                  </a:lnTo>
                  <a:lnTo>
                    <a:pt x="3676364" y="1394327"/>
                  </a:lnTo>
                  <a:lnTo>
                    <a:pt x="3911527" y="1394327"/>
                  </a:lnTo>
                  <a:lnTo>
                    <a:pt x="3911527" y="902961"/>
                  </a:lnTo>
                  <a:cubicBezTo>
                    <a:pt x="3940150" y="935955"/>
                    <a:pt x="3972925" y="963044"/>
                    <a:pt x="4010140" y="983742"/>
                  </a:cubicBezTo>
                  <a:cubicBezTo>
                    <a:pt x="4077129" y="1021051"/>
                    <a:pt x="4152386" y="1039682"/>
                    <a:pt x="4235825" y="1039682"/>
                  </a:cubicBezTo>
                  <a:cubicBezTo>
                    <a:pt x="4334447" y="1039682"/>
                    <a:pt x="4422296" y="1018204"/>
                    <a:pt x="4499439" y="975198"/>
                  </a:cubicBezTo>
                  <a:cubicBezTo>
                    <a:pt x="4576534" y="932231"/>
                    <a:pt x="4637551" y="871842"/>
                    <a:pt x="4682443" y="794080"/>
                  </a:cubicBezTo>
                  <a:cubicBezTo>
                    <a:pt x="4727305" y="716328"/>
                    <a:pt x="4749775" y="625011"/>
                    <a:pt x="4749775" y="520046"/>
                  </a:cubicBezTo>
                  <a:cubicBezTo>
                    <a:pt x="4749775" y="416376"/>
                    <a:pt x="4727305" y="325345"/>
                    <a:pt x="4682443" y="246945"/>
                  </a:cubicBezTo>
                  <a:moveTo>
                    <a:pt x="4469092" y="686924"/>
                  </a:moveTo>
                  <a:cubicBezTo>
                    <a:pt x="4442546" y="734997"/>
                    <a:pt x="4406808" y="772268"/>
                    <a:pt x="4361936" y="798814"/>
                  </a:cubicBezTo>
                  <a:cubicBezTo>
                    <a:pt x="4317044" y="825360"/>
                    <a:pt x="4265505" y="838648"/>
                    <a:pt x="4207374" y="838648"/>
                  </a:cubicBezTo>
                  <a:cubicBezTo>
                    <a:pt x="4151729" y="838648"/>
                    <a:pt x="4101170" y="825370"/>
                    <a:pt x="4055650" y="798814"/>
                  </a:cubicBezTo>
                  <a:cubicBezTo>
                    <a:pt x="4010140" y="772268"/>
                    <a:pt x="3974106" y="734987"/>
                    <a:pt x="3947560" y="686924"/>
                  </a:cubicBezTo>
                  <a:cubicBezTo>
                    <a:pt x="3921014" y="638889"/>
                    <a:pt x="3907736" y="583282"/>
                    <a:pt x="3907736" y="520046"/>
                  </a:cubicBezTo>
                  <a:cubicBezTo>
                    <a:pt x="3907736" y="455562"/>
                    <a:pt x="3921005" y="399612"/>
                    <a:pt x="3947560" y="352215"/>
                  </a:cubicBezTo>
                  <a:cubicBezTo>
                    <a:pt x="3974106" y="304800"/>
                    <a:pt x="4010140" y="268138"/>
                    <a:pt x="4055650" y="242211"/>
                  </a:cubicBezTo>
                  <a:cubicBezTo>
                    <a:pt x="4101170" y="216322"/>
                    <a:pt x="4151729" y="203340"/>
                    <a:pt x="4207374" y="203340"/>
                  </a:cubicBezTo>
                  <a:cubicBezTo>
                    <a:pt x="4265505" y="203340"/>
                    <a:pt x="4317044" y="216313"/>
                    <a:pt x="4361936" y="242211"/>
                  </a:cubicBezTo>
                  <a:cubicBezTo>
                    <a:pt x="4406799" y="268138"/>
                    <a:pt x="4442536" y="304800"/>
                    <a:pt x="4469092" y="352215"/>
                  </a:cubicBezTo>
                  <a:cubicBezTo>
                    <a:pt x="4495638" y="399612"/>
                    <a:pt x="4508925" y="455571"/>
                    <a:pt x="4508925" y="520046"/>
                  </a:cubicBezTo>
                  <a:cubicBezTo>
                    <a:pt x="4508925" y="583282"/>
                    <a:pt x="4495648" y="638899"/>
                    <a:pt x="4469092" y="686924"/>
                  </a:cubicBezTo>
                  <a:moveTo>
                    <a:pt x="5832644" y="248841"/>
                  </a:moveTo>
                  <a:cubicBezTo>
                    <a:pt x="5788381" y="170459"/>
                    <a:pt x="5727688" y="109452"/>
                    <a:pt x="5650592" y="65837"/>
                  </a:cubicBezTo>
                  <a:cubicBezTo>
                    <a:pt x="5573449" y="22212"/>
                    <a:pt x="5485600" y="410"/>
                    <a:pt x="5386978" y="410"/>
                  </a:cubicBezTo>
                  <a:cubicBezTo>
                    <a:pt x="5285823" y="410"/>
                    <a:pt x="5195726" y="22879"/>
                    <a:pt x="5116735" y="67732"/>
                  </a:cubicBezTo>
                  <a:cubicBezTo>
                    <a:pt x="5037706" y="112633"/>
                    <a:pt x="4975737" y="173936"/>
                    <a:pt x="4930883" y="251698"/>
                  </a:cubicBezTo>
                  <a:cubicBezTo>
                    <a:pt x="4885992" y="329441"/>
                    <a:pt x="4863551" y="418909"/>
                    <a:pt x="4863551" y="520046"/>
                  </a:cubicBezTo>
                  <a:cubicBezTo>
                    <a:pt x="4863551" y="621182"/>
                    <a:pt x="4886601" y="710651"/>
                    <a:pt x="4932769" y="788394"/>
                  </a:cubicBezTo>
                  <a:cubicBezTo>
                    <a:pt x="4978908" y="866156"/>
                    <a:pt x="5044011" y="927497"/>
                    <a:pt x="5128117" y="972360"/>
                  </a:cubicBezTo>
                  <a:cubicBezTo>
                    <a:pt x="5212176" y="1017261"/>
                    <a:pt x="5310474" y="1039682"/>
                    <a:pt x="5423021" y="1039682"/>
                  </a:cubicBezTo>
                  <a:cubicBezTo>
                    <a:pt x="5511499" y="1039682"/>
                    <a:pt x="5590213" y="1025795"/>
                    <a:pt x="5659127" y="997972"/>
                  </a:cubicBezTo>
                  <a:cubicBezTo>
                    <a:pt x="5728021" y="970169"/>
                    <a:pt x="5785876" y="929697"/>
                    <a:pt x="5832653" y="876586"/>
                  </a:cubicBezTo>
                  <a:lnTo>
                    <a:pt x="5703704" y="728662"/>
                  </a:lnTo>
                  <a:cubicBezTo>
                    <a:pt x="5668299" y="765353"/>
                    <a:pt x="5627837" y="793128"/>
                    <a:pt x="5582336" y="812111"/>
                  </a:cubicBezTo>
                  <a:cubicBezTo>
                    <a:pt x="5536816" y="831056"/>
                    <a:pt x="5485609" y="840553"/>
                    <a:pt x="5428707" y="840553"/>
                  </a:cubicBezTo>
                  <a:cubicBezTo>
                    <a:pt x="5361680" y="840553"/>
                    <a:pt x="5302892" y="827608"/>
                    <a:pt x="5252342" y="801672"/>
                  </a:cubicBezTo>
                  <a:cubicBezTo>
                    <a:pt x="5201755" y="775783"/>
                    <a:pt x="5162874" y="739407"/>
                    <a:pt x="5135699" y="692620"/>
                  </a:cubicBezTo>
                  <a:cubicBezTo>
                    <a:pt x="5118555" y="663159"/>
                    <a:pt x="5106858" y="630907"/>
                    <a:pt x="5100524" y="595894"/>
                  </a:cubicBezTo>
                  <a:lnTo>
                    <a:pt x="5895242" y="595894"/>
                  </a:lnTo>
                  <a:cubicBezTo>
                    <a:pt x="5896490" y="585788"/>
                    <a:pt x="5897433" y="574091"/>
                    <a:pt x="5898080" y="560822"/>
                  </a:cubicBezTo>
                  <a:cubicBezTo>
                    <a:pt x="5898699" y="547526"/>
                    <a:pt x="5899033" y="536486"/>
                    <a:pt x="5899033" y="527618"/>
                  </a:cubicBezTo>
                  <a:cubicBezTo>
                    <a:pt x="5899033" y="420176"/>
                    <a:pt x="5876897" y="327250"/>
                    <a:pt x="5832653" y="248841"/>
                  </a:cubicBezTo>
                  <a:moveTo>
                    <a:pt x="5130956" y="336080"/>
                  </a:moveTo>
                  <a:cubicBezTo>
                    <a:pt x="5154959" y="290560"/>
                    <a:pt x="5189421" y="255470"/>
                    <a:pt x="5234321" y="230819"/>
                  </a:cubicBezTo>
                  <a:cubicBezTo>
                    <a:pt x="5279184" y="206169"/>
                    <a:pt x="5330095" y="193843"/>
                    <a:pt x="5386988" y="193843"/>
                  </a:cubicBezTo>
                  <a:cubicBezTo>
                    <a:pt x="5445119" y="193843"/>
                    <a:pt x="5495716" y="206178"/>
                    <a:pt x="5538711" y="230819"/>
                  </a:cubicBezTo>
                  <a:cubicBezTo>
                    <a:pt x="5581679" y="255470"/>
                    <a:pt x="5615511" y="290265"/>
                    <a:pt x="5640172" y="335118"/>
                  </a:cubicBezTo>
                  <a:cubicBezTo>
                    <a:pt x="5657450" y="366608"/>
                    <a:pt x="5668223" y="401117"/>
                    <a:pt x="5672767" y="438493"/>
                  </a:cubicBezTo>
                  <a:lnTo>
                    <a:pt x="5098780" y="438493"/>
                  </a:lnTo>
                  <a:cubicBezTo>
                    <a:pt x="5104009" y="401174"/>
                    <a:pt x="5114640" y="366979"/>
                    <a:pt x="5130965" y="336080"/>
                  </a:cubicBezTo>
                  <a:moveTo>
                    <a:pt x="6963909" y="193843"/>
                  </a:moveTo>
                  <a:cubicBezTo>
                    <a:pt x="7001190" y="259594"/>
                    <a:pt x="7019859" y="343672"/>
                    <a:pt x="7019859" y="446084"/>
                  </a:cubicBezTo>
                  <a:lnTo>
                    <a:pt x="7019859" y="1026404"/>
                  </a:lnTo>
                  <a:lnTo>
                    <a:pt x="6782791" y="1026404"/>
                  </a:lnTo>
                  <a:lnTo>
                    <a:pt x="6782791" y="476421"/>
                  </a:lnTo>
                  <a:cubicBezTo>
                    <a:pt x="6782791" y="386667"/>
                    <a:pt x="6761931" y="319669"/>
                    <a:pt x="6720211" y="275387"/>
                  </a:cubicBezTo>
                  <a:cubicBezTo>
                    <a:pt x="6678492" y="231153"/>
                    <a:pt x="6619047" y="209017"/>
                    <a:pt x="6541941" y="209017"/>
                  </a:cubicBezTo>
                  <a:cubicBezTo>
                    <a:pt x="6486297" y="209017"/>
                    <a:pt x="6436986" y="220399"/>
                    <a:pt x="6394019" y="243145"/>
                  </a:cubicBezTo>
                  <a:cubicBezTo>
                    <a:pt x="6351032" y="265909"/>
                    <a:pt x="6317828" y="299752"/>
                    <a:pt x="6294454" y="344605"/>
                  </a:cubicBezTo>
                  <a:cubicBezTo>
                    <a:pt x="6271050" y="389515"/>
                    <a:pt x="6259363" y="446075"/>
                    <a:pt x="6259363" y="514350"/>
                  </a:cubicBezTo>
                  <a:lnTo>
                    <a:pt x="6259363" y="1026404"/>
                  </a:lnTo>
                  <a:lnTo>
                    <a:pt x="6024210" y="1026404"/>
                  </a:lnTo>
                  <a:lnTo>
                    <a:pt x="6024210" y="13678"/>
                  </a:lnTo>
                  <a:lnTo>
                    <a:pt x="6249886" y="13678"/>
                  </a:lnTo>
                  <a:lnTo>
                    <a:pt x="6249886" y="143942"/>
                  </a:lnTo>
                  <a:cubicBezTo>
                    <a:pt x="6280109" y="107385"/>
                    <a:pt x="6317590" y="77133"/>
                    <a:pt x="6362729" y="53521"/>
                  </a:cubicBezTo>
                  <a:cubicBezTo>
                    <a:pt x="6430356" y="18136"/>
                    <a:pt x="6508432" y="419"/>
                    <a:pt x="6596949" y="419"/>
                  </a:cubicBezTo>
                  <a:cubicBezTo>
                    <a:pt x="6679121" y="419"/>
                    <a:pt x="6751511" y="16221"/>
                    <a:pt x="6814090" y="47835"/>
                  </a:cubicBezTo>
                  <a:cubicBezTo>
                    <a:pt x="6876679" y="79439"/>
                    <a:pt x="6926619" y="128121"/>
                    <a:pt x="6963918" y="193853"/>
                  </a:cubicBezTo>
                  <a:moveTo>
                    <a:pt x="520046" y="1040101"/>
                  </a:moveTo>
                  <a:cubicBezTo>
                    <a:pt x="233296" y="1040101"/>
                    <a:pt x="0" y="806815"/>
                    <a:pt x="0" y="520065"/>
                  </a:cubicBezTo>
                  <a:cubicBezTo>
                    <a:pt x="0" y="233315"/>
                    <a:pt x="233286" y="10"/>
                    <a:pt x="520046" y="10"/>
                  </a:cubicBezTo>
                  <a:lnTo>
                    <a:pt x="520046" y="213789"/>
                  </a:lnTo>
                  <a:cubicBezTo>
                    <a:pt x="351168" y="213789"/>
                    <a:pt x="213779" y="351187"/>
                    <a:pt x="213779" y="520065"/>
                  </a:cubicBezTo>
                  <a:cubicBezTo>
                    <a:pt x="213779" y="688943"/>
                    <a:pt x="351168" y="826332"/>
                    <a:pt x="520046" y="826332"/>
                  </a:cubicBezTo>
                  <a:lnTo>
                    <a:pt x="520046" y="1040111"/>
                  </a:lnTo>
                  <a:close/>
                  <a:moveTo>
                    <a:pt x="3034122" y="1040101"/>
                  </a:moveTo>
                  <a:lnTo>
                    <a:pt x="3034122" y="826322"/>
                  </a:lnTo>
                  <a:cubicBezTo>
                    <a:pt x="3203000" y="826322"/>
                    <a:pt x="3340389" y="688924"/>
                    <a:pt x="3340389" y="520055"/>
                  </a:cubicBezTo>
                  <a:cubicBezTo>
                    <a:pt x="3340389" y="351187"/>
                    <a:pt x="3203000" y="213779"/>
                    <a:pt x="3034122" y="213779"/>
                  </a:cubicBezTo>
                  <a:lnTo>
                    <a:pt x="3034122" y="0"/>
                  </a:lnTo>
                  <a:cubicBezTo>
                    <a:pt x="3320872" y="0"/>
                    <a:pt x="3554178" y="233286"/>
                    <a:pt x="3554178" y="520055"/>
                  </a:cubicBezTo>
                  <a:cubicBezTo>
                    <a:pt x="3554178" y="806825"/>
                    <a:pt x="3320882" y="1040092"/>
                    <a:pt x="3034122" y="1040092"/>
                  </a:cubicBezTo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3890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avec visuel fix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personne&#10;&#10;Description générée automatiquement">
            <a:extLst>
              <a:ext uri="{FF2B5EF4-FFF2-40B4-BE49-F238E27FC236}">
                <a16:creationId xmlns:a16="http://schemas.microsoft.com/office/drawing/2014/main" id="{CAE166BB-6356-F918-1259-9C09B53C2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gray"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698406" y="2486528"/>
            <a:ext cx="7623644" cy="720000"/>
          </a:xfrm>
        </p:spPr>
        <p:txBody>
          <a:bodyPr/>
          <a:lstStyle>
            <a:lvl1pPr marL="0" indent="0" algn="l">
              <a:lnSpc>
                <a:spcPct val="98000"/>
              </a:lnSpc>
              <a:spcAft>
                <a:spcPts val="0"/>
              </a:spcAft>
              <a:buNone/>
              <a:defRPr sz="1850" spc="0" baseline="0">
                <a:solidFill>
                  <a:schemeClr val="bg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Sous-titre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/>
              <a:t>Démonstration 1 | AIFE - Données essentielles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3698406" y="925512"/>
            <a:ext cx="7623644" cy="1401077"/>
          </a:xfrm>
        </p:spPr>
        <p:txBody>
          <a:bodyPr/>
          <a:lstStyle>
            <a:lvl1pPr>
              <a:lnSpc>
                <a:spcPct val="96000"/>
              </a:lnSpc>
              <a:defRPr sz="3350" spc="-7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1D96B02-754D-95E5-A25D-DF000353AE4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30000" y="478800"/>
            <a:ext cx="3008591" cy="597600"/>
            <a:chOff x="299356" y="2276872"/>
            <a:chExt cx="5400008" cy="1072610"/>
          </a:xfrm>
          <a:solidFill>
            <a:schemeClr val="tx1"/>
          </a:solidFill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B30ADFE-F62D-51DE-032C-8EF3377C3ACE}"/>
                </a:ext>
              </a:extLst>
            </p:cNvPr>
            <p:cNvSpPr/>
            <p:nvPr/>
          </p:nvSpPr>
          <p:spPr bwMode="gray">
            <a:xfrm>
              <a:off x="299356" y="2276872"/>
              <a:ext cx="5400008" cy="1072610"/>
            </a:xfrm>
            <a:custGeom>
              <a:avLst/>
              <a:gdLst>
                <a:gd name="connsiteX0" fmla="*/ 3601974 w 5400008"/>
                <a:gd name="connsiteY0" fmla="*/ 189929 h 1072610"/>
                <a:gd name="connsiteX1" fmla="*/ 3461195 w 5400008"/>
                <a:gd name="connsiteY1" fmla="*/ 49911 h 1072610"/>
                <a:gd name="connsiteX2" fmla="*/ 3258407 w 5400008"/>
                <a:gd name="connsiteY2" fmla="*/ 286 h 1072610"/>
                <a:gd name="connsiteX3" fmla="*/ 3081909 w 5400008"/>
                <a:gd name="connsiteY3" fmla="*/ 43339 h 1072610"/>
                <a:gd name="connsiteX4" fmla="*/ 3001709 w 5400008"/>
                <a:gd name="connsiteY4" fmla="*/ 109823 h 1072610"/>
                <a:gd name="connsiteX5" fmla="*/ 3001709 w 5400008"/>
                <a:gd name="connsiteY5" fmla="*/ 10573 h 1072610"/>
                <a:gd name="connsiteX6" fmla="*/ 2827973 w 5400008"/>
                <a:gd name="connsiteY6" fmla="*/ 10573 h 1072610"/>
                <a:gd name="connsiteX7" fmla="*/ 2827973 w 5400008"/>
                <a:gd name="connsiteY7" fmla="*/ 1072610 h 1072610"/>
                <a:gd name="connsiteX8" fmla="*/ 3008853 w 5400008"/>
                <a:gd name="connsiteY8" fmla="*/ 1072610 h 1072610"/>
                <a:gd name="connsiteX9" fmla="*/ 3008853 w 5400008"/>
                <a:gd name="connsiteY9" fmla="*/ 694563 h 1072610"/>
                <a:gd name="connsiteX10" fmla="*/ 3084671 w 5400008"/>
                <a:gd name="connsiteY10" fmla="*/ 756666 h 1072610"/>
                <a:gd name="connsiteX11" fmla="*/ 3258312 w 5400008"/>
                <a:gd name="connsiteY11" fmla="*/ 799719 h 1072610"/>
                <a:gd name="connsiteX12" fmla="*/ 3461099 w 5400008"/>
                <a:gd name="connsiteY12" fmla="*/ 750094 h 1072610"/>
                <a:gd name="connsiteX13" fmla="*/ 3601879 w 5400008"/>
                <a:gd name="connsiteY13" fmla="*/ 610743 h 1072610"/>
                <a:gd name="connsiteX14" fmla="*/ 3653695 w 5400008"/>
                <a:gd name="connsiteY14" fmla="*/ 399955 h 1072610"/>
                <a:gd name="connsiteX15" fmla="*/ 3601974 w 5400008"/>
                <a:gd name="connsiteY15" fmla="*/ 189929 h 1072610"/>
                <a:gd name="connsiteX16" fmla="*/ 3437858 w 5400008"/>
                <a:gd name="connsiteY16" fmla="*/ 528447 h 1072610"/>
                <a:gd name="connsiteX17" fmla="*/ 3355467 w 5400008"/>
                <a:gd name="connsiteY17" fmla="*/ 614553 h 1072610"/>
                <a:gd name="connsiteX18" fmla="*/ 3236595 w 5400008"/>
                <a:gd name="connsiteY18" fmla="*/ 645224 h 1072610"/>
                <a:gd name="connsiteX19" fmla="*/ 3119914 w 5400008"/>
                <a:gd name="connsiteY19" fmla="*/ 614553 h 1072610"/>
                <a:gd name="connsiteX20" fmla="*/ 3036761 w 5400008"/>
                <a:gd name="connsiteY20" fmla="*/ 528447 h 1072610"/>
                <a:gd name="connsiteX21" fmla="*/ 3006090 w 5400008"/>
                <a:gd name="connsiteY21" fmla="*/ 400050 h 1072610"/>
                <a:gd name="connsiteX22" fmla="*/ 3036761 w 5400008"/>
                <a:gd name="connsiteY22" fmla="*/ 270986 h 1072610"/>
                <a:gd name="connsiteX23" fmla="*/ 3119914 w 5400008"/>
                <a:gd name="connsiteY23" fmla="*/ 186404 h 1072610"/>
                <a:gd name="connsiteX24" fmla="*/ 3236595 w 5400008"/>
                <a:gd name="connsiteY24" fmla="*/ 156496 h 1072610"/>
                <a:gd name="connsiteX25" fmla="*/ 3355467 w 5400008"/>
                <a:gd name="connsiteY25" fmla="*/ 186404 h 1072610"/>
                <a:gd name="connsiteX26" fmla="*/ 3437858 w 5400008"/>
                <a:gd name="connsiteY26" fmla="*/ 270986 h 1072610"/>
                <a:gd name="connsiteX27" fmla="*/ 3468529 w 5400008"/>
                <a:gd name="connsiteY27" fmla="*/ 400050 h 1072610"/>
                <a:gd name="connsiteX28" fmla="*/ 3437858 w 5400008"/>
                <a:gd name="connsiteY28" fmla="*/ 528447 h 1072610"/>
                <a:gd name="connsiteX29" fmla="*/ 4486751 w 5400008"/>
                <a:gd name="connsiteY29" fmla="*/ 191453 h 1072610"/>
                <a:gd name="connsiteX30" fmla="*/ 4346734 w 5400008"/>
                <a:gd name="connsiteY30" fmla="*/ 50673 h 1072610"/>
                <a:gd name="connsiteX31" fmla="*/ 4143947 w 5400008"/>
                <a:gd name="connsiteY31" fmla="*/ 381 h 1072610"/>
                <a:gd name="connsiteX32" fmla="*/ 3936111 w 5400008"/>
                <a:gd name="connsiteY32" fmla="*/ 52197 h 1072610"/>
                <a:gd name="connsiteX33" fmla="*/ 3793141 w 5400008"/>
                <a:gd name="connsiteY33" fmla="*/ 193739 h 1072610"/>
                <a:gd name="connsiteX34" fmla="*/ 3741325 w 5400008"/>
                <a:gd name="connsiteY34" fmla="*/ 400145 h 1072610"/>
                <a:gd name="connsiteX35" fmla="*/ 3794570 w 5400008"/>
                <a:gd name="connsiteY35" fmla="*/ 606552 h 1072610"/>
                <a:gd name="connsiteX36" fmla="*/ 3944874 w 5400008"/>
                <a:gd name="connsiteY36" fmla="*/ 748094 h 1072610"/>
                <a:gd name="connsiteX37" fmla="*/ 4171760 w 5400008"/>
                <a:gd name="connsiteY37" fmla="*/ 799910 h 1072610"/>
                <a:gd name="connsiteX38" fmla="*/ 4353401 w 5400008"/>
                <a:gd name="connsiteY38" fmla="*/ 767810 h 1072610"/>
                <a:gd name="connsiteX39" fmla="*/ 4486847 w 5400008"/>
                <a:gd name="connsiteY39" fmla="*/ 674465 h 1072610"/>
                <a:gd name="connsiteX40" fmla="*/ 4387691 w 5400008"/>
                <a:gd name="connsiteY40" fmla="*/ 560642 h 1072610"/>
                <a:gd name="connsiteX41" fmla="*/ 4294347 w 5400008"/>
                <a:gd name="connsiteY41" fmla="*/ 624840 h 1072610"/>
                <a:gd name="connsiteX42" fmla="*/ 4176141 w 5400008"/>
                <a:gd name="connsiteY42" fmla="*/ 646748 h 1072610"/>
                <a:gd name="connsiteX43" fmla="*/ 4040505 w 5400008"/>
                <a:gd name="connsiteY43" fmla="*/ 616839 h 1072610"/>
                <a:gd name="connsiteX44" fmla="*/ 3950780 w 5400008"/>
                <a:gd name="connsiteY44" fmla="*/ 532924 h 1072610"/>
                <a:gd name="connsiteX45" fmla="*/ 3923729 w 5400008"/>
                <a:gd name="connsiteY45" fmla="*/ 458534 h 1072610"/>
                <a:gd name="connsiteX46" fmla="*/ 4535043 w 5400008"/>
                <a:gd name="connsiteY46" fmla="*/ 458534 h 1072610"/>
                <a:gd name="connsiteX47" fmla="*/ 4537234 w 5400008"/>
                <a:gd name="connsiteY47" fmla="*/ 431578 h 1072610"/>
                <a:gd name="connsiteX48" fmla="*/ 4537996 w 5400008"/>
                <a:gd name="connsiteY48" fmla="*/ 406051 h 1072610"/>
                <a:gd name="connsiteX49" fmla="*/ 4486751 w 5400008"/>
                <a:gd name="connsiteY49" fmla="*/ 191453 h 1072610"/>
                <a:gd name="connsiteX50" fmla="*/ 3946970 w 5400008"/>
                <a:gd name="connsiteY50" fmla="*/ 258509 h 1072610"/>
                <a:gd name="connsiteX51" fmla="*/ 4026503 w 5400008"/>
                <a:gd name="connsiteY51" fmla="*/ 177546 h 1072610"/>
                <a:gd name="connsiteX52" fmla="*/ 4143947 w 5400008"/>
                <a:gd name="connsiteY52" fmla="*/ 149066 h 1072610"/>
                <a:gd name="connsiteX53" fmla="*/ 4260628 w 5400008"/>
                <a:gd name="connsiteY53" fmla="*/ 177546 h 1072610"/>
                <a:gd name="connsiteX54" fmla="*/ 4338638 w 5400008"/>
                <a:gd name="connsiteY54" fmla="*/ 257747 h 1072610"/>
                <a:gd name="connsiteX55" fmla="*/ 4363689 w 5400008"/>
                <a:gd name="connsiteY55" fmla="*/ 337280 h 1072610"/>
                <a:gd name="connsiteX56" fmla="*/ 3922109 w 5400008"/>
                <a:gd name="connsiteY56" fmla="*/ 337280 h 1072610"/>
                <a:gd name="connsiteX57" fmla="*/ 3946970 w 5400008"/>
                <a:gd name="connsiteY57" fmla="*/ 258509 h 1072610"/>
                <a:gd name="connsiteX58" fmla="*/ 5356955 w 5400008"/>
                <a:gd name="connsiteY58" fmla="*/ 149066 h 1072610"/>
                <a:gd name="connsiteX59" fmla="*/ 5400008 w 5400008"/>
                <a:gd name="connsiteY59" fmla="*/ 343091 h 1072610"/>
                <a:gd name="connsiteX60" fmla="*/ 5400008 w 5400008"/>
                <a:gd name="connsiteY60" fmla="*/ 789527 h 1072610"/>
                <a:gd name="connsiteX61" fmla="*/ 5217605 w 5400008"/>
                <a:gd name="connsiteY61" fmla="*/ 789527 h 1072610"/>
                <a:gd name="connsiteX62" fmla="*/ 5217605 w 5400008"/>
                <a:gd name="connsiteY62" fmla="*/ 366522 h 1072610"/>
                <a:gd name="connsiteX63" fmla="*/ 5169503 w 5400008"/>
                <a:gd name="connsiteY63" fmla="*/ 211836 h 1072610"/>
                <a:gd name="connsiteX64" fmla="*/ 5032344 w 5400008"/>
                <a:gd name="connsiteY64" fmla="*/ 160782 h 1072610"/>
                <a:gd name="connsiteX65" fmla="*/ 4918520 w 5400008"/>
                <a:gd name="connsiteY65" fmla="*/ 187071 h 1072610"/>
                <a:gd name="connsiteX66" fmla="*/ 4841939 w 5400008"/>
                <a:gd name="connsiteY66" fmla="*/ 265081 h 1072610"/>
                <a:gd name="connsiteX67" fmla="*/ 4814983 w 5400008"/>
                <a:gd name="connsiteY67" fmla="*/ 395669 h 1072610"/>
                <a:gd name="connsiteX68" fmla="*/ 4814983 w 5400008"/>
                <a:gd name="connsiteY68" fmla="*/ 789527 h 1072610"/>
                <a:gd name="connsiteX69" fmla="*/ 4634103 w 5400008"/>
                <a:gd name="connsiteY69" fmla="*/ 789527 h 1072610"/>
                <a:gd name="connsiteX70" fmla="*/ 4634103 w 5400008"/>
                <a:gd name="connsiteY70" fmla="*/ 10478 h 1072610"/>
                <a:gd name="connsiteX71" fmla="*/ 4807744 w 5400008"/>
                <a:gd name="connsiteY71" fmla="*/ 10478 h 1072610"/>
                <a:gd name="connsiteX72" fmla="*/ 4807744 w 5400008"/>
                <a:gd name="connsiteY72" fmla="*/ 110681 h 1072610"/>
                <a:gd name="connsiteX73" fmla="*/ 4894517 w 5400008"/>
                <a:gd name="connsiteY73" fmla="*/ 41148 h 1072610"/>
                <a:gd name="connsiteX74" fmla="*/ 5074730 w 5400008"/>
                <a:gd name="connsiteY74" fmla="*/ 286 h 1072610"/>
                <a:gd name="connsiteX75" fmla="*/ 5241798 w 5400008"/>
                <a:gd name="connsiteY75" fmla="*/ 36767 h 1072610"/>
                <a:gd name="connsiteX76" fmla="*/ 5356955 w 5400008"/>
                <a:gd name="connsiteY76" fmla="*/ 149066 h 1072610"/>
                <a:gd name="connsiteX77" fmla="*/ 400050 w 5400008"/>
                <a:gd name="connsiteY77" fmla="*/ 800100 h 1072610"/>
                <a:gd name="connsiteX78" fmla="*/ 0 w 5400008"/>
                <a:gd name="connsiteY78" fmla="*/ 400050 h 1072610"/>
                <a:gd name="connsiteX79" fmla="*/ 400050 w 5400008"/>
                <a:gd name="connsiteY79" fmla="*/ 0 h 1072610"/>
                <a:gd name="connsiteX80" fmla="*/ 400050 w 5400008"/>
                <a:gd name="connsiteY80" fmla="*/ 164402 h 1072610"/>
                <a:gd name="connsiteX81" fmla="*/ 164497 w 5400008"/>
                <a:gd name="connsiteY81" fmla="*/ 399955 h 1072610"/>
                <a:gd name="connsiteX82" fmla="*/ 400050 w 5400008"/>
                <a:gd name="connsiteY82" fmla="*/ 635603 h 1072610"/>
                <a:gd name="connsiteX83" fmla="*/ 400050 w 5400008"/>
                <a:gd name="connsiteY83" fmla="*/ 800100 h 1072610"/>
                <a:gd name="connsiteX84" fmla="*/ 400050 w 5400008"/>
                <a:gd name="connsiteY84" fmla="*/ 800100 h 1072610"/>
                <a:gd name="connsiteX85" fmla="*/ 2334006 w 5400008"/>
                <a:gd name="connsiteY85" fmla="*/ 800100 h 1072610"/>
                <a:gd name="connsiteX86" fmla="*/ 2334006 w 5400008"/>
                <a:gd name="connsiteY86" fmla="*/ 635603 h 1072610"/>
                <a:gd name="connsiteX87" fmla="*/ 2569559 w 5400008"/>
                <a:gd name="connsiteY87" fmla="*/ 400050 h 1072610"/>
                <a:gd name="connsiteX88" fmla="*/ 2334006 w 5400008"/>
                <a:gd name="connsiteY88" fmla="*/ 164497 h 1072610"/>
                <a:gd name="connsiteX89" fmla="*/ 2334006 w 5400008"/>
                <a:gd name="connsiteY89" fmla="*/ 0 h 1072610"/>
                <a:gd name="connsiteX90" fmla="*/ 2734056 w 5400008"/>
                <a:gd name="connsiteY90" fmla="*/ 400050 h 1072610"/>
                <a:gd name="connsiteX91" fmla="*/ 2334006 w 5400008"/>
                <a:gd name="connsiteY91" fmla="*/ 800100 h 107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5400008" h="1072610">
                  <a:moveTo>
                    <a:pt x="3601974" y="189929"/>
                  </a:moveTo>
                  <a:cubicBezTo>
                    <a:pt x="3567398" y="129635"/>
                    <a:pt x="3520535" y="82963"/>
                    <a:pt x="3461195" y="49911"/>
                  </a:cubicBezTo>
                  <a:cubicBezTo>
                    <a:pt x="3401854" y="16859"/>
                    <a:pt x="3334322" y="286"/>
                    <a:pt x="3258407" y="286"/>
                  </a:cubicBezTo>
                  <a:cubicBezTo>
                    <a:pt x="3193256" y="286"/>
                    <a:pt x="3134392" y="14669"/>
                    <a:pt x="3081909" y="43339"/>
                  </a:cubicBezTo>
                  <a:cubicBezTo>
                    <a:pt x="3050953" y="60198"/>
                    <a:pt x="3024283" y="82487"/>
                    <a:pt x="3001709" y="109823"/>
                  </a:cubicBezTo>
                  <a:lnTo>
                    <a:pt x="3001709" y="10573"/>
                  </a:lnTo>
                  <a:lnTo>
                    <a:pt x="2827973" y="10573"/>
                  </a:lnTo>
                  <a:lnTo>
                    <a:pt x="2827973" y="1072610"/>
                  </a:lnTo>
                  <a:lnTo>
                    <a:pt x="3008853" y="1072610"/>
                  </a:lnTo>
                  <a:lnTo>
                    <a:pt x="3008853" y="694563"/>
                  </a:lnTo>
                  <a:cubicBezTo>
                    <a:pt x="3030855" y="719900"/>
                    <a:pt x="3056096" y="740759"/>
                    <a:pt x="3084671" y="756666"/>
                  </a:cubicBezTo>
                  <a:cubicBezTo>
                    <a:pt x="3136202" y="785336"/>
                    <a:pt x="3194114" y="799719"/>
                    <a:pt x="3258312" y="799719"/>
                  </a:cubicBezTo>
                  <a:cubicBezTo>
                    <a:pt x="3334131" y="799719"/>
                    <a:pt x="3401759" y="783241"/>
                    <a:pt x="3461099" y="750094"/>
                  </a:cubicBezTo>
                  <a:cubicBezTo>
                    <a:pt x="3520440" y="717042"/>
                    <a:pt x="3567303" y="670560"/>
                    <a:pt x="3601879" y="610743"/>
                  </a:cubicBezTo>
                  <a:cubicBezTo>
                    <a:pt x="3636359" y="550926"/>
                    <a:pt x="3653695" y="480727"/>
                    <a:pt x="3653695" y="399955"/>
                  </a:cubicBezTo>
                  <a:cubicBezTo>
                    <a:pt x="3653695" y="320326"/>
                    <a:pt x="3636455" y="250317"/>
                    <a:pt x="3601974" y="189929"/>
                  </a:cubicBezTo>
                  <a:moveTo>
                    <a:pt x="3437858" y="528447"/>
                  </a:moveTo>
                  <a:cubicBezTo>
                    <a:pt x="3417475" y="565404"/>
                    <a:pt x="3389948" y="594074"/>
                    <a:pt x="3355467" y="614553"/>
                  </a:cubicBezTo>
                  <a:cubicBezTo>
                    <a:pt x="3320891" y="634937"/>
                    <a:pt x="3281267" y="645224"/>
                    <a:pt x="3236595" y="645224"/>
                  </a:cubicBezTo>
                  <a:cubicBezTo>
                    <a:pt x="3193828" y="645224"/>
                    <a:pt x="3154871" y="635032"/>
                    <a:pt x="3119914" y="614553"/>
                  </a:cubicBezTo>
                  <a:cubicBezTo>
                    <a:pt x="3084862" y="594170"/>
                    <a:pt x="3057144" y="565499"/>
                    <a:pt x="3036761" y="528447"/>
                  </a:cubicBezTo>
                  <a:cubicBezTo>
                    <a:pt x="3016377" y="491490"/>
                    <a:pt x="3006090" y="448723"/>
                    <a:pt x="3006090" y="400050"/>
                  </a:cubicBezTo>
                  <a:cubicBezTo>
                    <a:pt x="3006090" y="350425"/>
                    <a:pt x="3016282" y="307372"/>
                    <a:pt x="3036761" y="270986"/>
                  </a:cubicBezTo>
                  <a:cubicBezTo>
                    <a:pt x="3057144" y="234506"/>
                    <a:pt x="3084862" y="206312"/>
                    <a:pt x="3119914" y="186404"/>
                  </a:cubicBezTo>
                  <a:cubicBezTo>
                    <a:pt x="3154966" y="166497"/>
                    <a:pt x="3193828" y="156496"/>
                    <a:pt x="3236595" y="156496"/>
                  </a:cubicBezTo>
                  <a:cubicBezTo>
                    <a:pt x="3281267" y="156496"/>
                    <a:pt x="3320987" y="166497"/>
                    <a:pt x="3355467" y="186404"/>
                  </a:cubicBezTo>
                  <a:cubicBezTo>
                    <a:pt x="3389948" y="206312"/>
                    <a:pt x="3417475" y="234506"/>
                    <a:pt x="3437858" y="270986"/>
                  </a:cubicBezTo>
                  <a:cubicBezTo>
                    <a:pt x="3458242" y="307467"/>
                    <a:pt x="3468529" y="350520"/>
                    <a:pt x="3468529" y="400050"/>
                  </a:cubicBezTo>
                  <a:cubicBezTo>
                    <a:pt x="3468434" y="448723"/>
                    <a:pt x="3458242" y="491490"/>
                    <a:pt x="3437858" y="528447"/>
                  </a:cubicBezTo>
                  <a:moveTo>
                    <a:pt x="4486751" y="191453"/>
                  </a:moveTo>
                  <a:cubicBezTo>
                    <a:pt x="4452747" y="131159"/>
                    <a:pt x="4405980" y="84201"/>
                    <a:pt x="4346734" y="50673"/>
                  </a:cubicBezTo>
                  <a:cubicBezTo>
                    <a:pt x="4287393" y="17145"/>
                    <a:pt x="4219861" y="381"/>
                    <a:pt x="4143947" y="381"/>
                  </a:cubicBezTo>
                  <a:cubicBezTo>
                    <a:pt x="4066128" y="381"/>
                    <a:pt x="3996785" y="17621"/>
                    <a:pt x="3936111" y="52197"/>
                  </a:cubicBezTo>
                  <a:cubicBezTo>
                    <a:pt x="3875341" y="86773"/>
                    <a:pt x="3827621" y="133922"/>
                    <a:pt x="3793141" y="193739"/>
                  </a:cubicBezTo>
                  <a:cubicBezTo>
                    <a:pt x="3758565" y="253556"/>
                    <a:pt x="3741325" y="322326"/>
                    <a:pt x="3741325" y="400145"/>
                  </a:cubicBezTo>
                  <a:cubicBezTo>
                    <a:pt x="3741325" y="477965"/>
                    <a:pt x="3759041" y="546735"/>
                    <a:pt x="3794570" y="606552"/>
                  </a:cubicBezTo>
                  <a:cubicBezTo>
                    <a:pt x="3830098" y="666369"/>
                    <a:pt x="3880104" y="713518"/>
                    <a:pt x="3944874" y="748094"/>
                  </a:cubicBezTo>
                  <a:cubicBezTo>
                    <a:pt x="4009549" y="782669"/>
                    <a:pt x="4085178" y="799910"/>
                    <a:pt x="4171760" y="799910"/>
                  </a:cubicBezTo>
                  <a:cubicBezTo>
                    <a:pt x="4239864" y="799910"/>
                    <a:pt x="4300347" y="789242"/>
                    <a:pt x="4353401" y="767810"/>
                  </a:cubicBezTo>
                  <a:cubicBezTo>
                    <a:pt x="4406360" y="746379"/>
                    <a:pt x="4450938" y="715328"/>
                    <a:pt x="4486847" y="674465"/>
                  </a:cubicBezTo>
                  <a:lnTo>
                    <a:pt x="4387691" y="560642"/>
                  </a:lnTo>
                  <a:cubicBezTo>
                    <a:pt x="4360450" y="588836"/>
                    <a:pt x="4329303" y="610267"/>
                    <a:pt x="4294347" y="624840"/>
                  </a:cubicBezTo>
                  <a:cubicBezTo>
                    <a:pt x="4259295" y="639413"/>
                    <a:pt x="4219956" y="646748"/>
                    <a:pt x="4176141" y="646748"/>
                  </a:cubicBezTo>
                  <a:cubicBezTo>
                    <a:pt x="4124611" y="646748"/>
                    <a:pt x="4079367" y="636746"/>
                    <a:pt x="4040505" y="616839"/>
                  </a:cubicBezTo>
                  <a:cubicBezTo>
                    <a:pt x="4001548" y="596932"/>
                    <a:pt x="3971639" y="568928"/>
                    <a:pt x="3950780" y="532924"/>
                  </a:cubicBezTo>
                  <a:cubicBezTo>
                    <a:pt x="3937635" y="510254"/>
                    <a:pt x="3928586" y="485489"/>
                    <a:pt x="3923729" y="458534"/>
                  </a:cubicBezTo>
                  <a:lnTo>
                    <a:pt x="4535043" y="458534"/>
                  </a:lnTo>
                  <a:cubicBezTo>
                    <a:pt x="4535996" y="450723"/>
                    <a:pt x="4536758" y="441770"/>
                    <a:pt x="4537234" y="431578"/>
                  </a:cubicBezTo>
                  <a:cubicBezTo>
                    <a:pt x="4537710" y="421386"/>
                    <a:pt x="4537996" y="412814"/>
                    <a:pt x="4537996" y="406051"/>
                  </a:cubicBezTo>
                  <a:cubicBezTo>
                    <a:pt x="4537806" y="323183"/>
                    <a:pt x="4520756" y="251746"/>
                    <a:pt x="4486751" y="191453"/>
                  </a:cubicBezTo>
                  <a:moveTo>
                    <a:pt x="3946970" y="258509"/>
                  </a:moveTo>
                  <a:cubicBezTo>
                    <a:pt x="3965448" y="223456"/>
                    <a:pt x="3991928" y="196501"/>
                    <a:pt x="4026503" y="177546"/>
                  </a:cubicBezTo>
                  <a:cubicBezTo>
                    <a:pt x="4060984" y="158591"/>
                    <a:pt x="4100132" y="149066"/>
                    <a:pt x="4143947" y="149066"/>
                  </a:cubicBezTo>
                  <a:cubicBezTo>
                    <a:pt x="4188619" y="149066"/>
                    <a:pt x="4227576" y="158591"/>
                    <a:pt x="4260628" y="177546"/>
                  </a:cubicBezTo>
                  <a:cubicBezTo>
                    <a:pt x="4293680" y="196501"/>
                    <a:pt x="4319683" y="223266"/>
                    <a:pt x="4338638" y="257747"/>
                  </a:cubicBezTo>
                  <a:cubicBezTo>
                    <a:pt x="4351973" y="281940"/>
                    <a:pt x="4360259" y="308515"/>
                    <a:pt x="4363689" y="337280"/>
                  </a:cubicBezTo>
                  <a:lnTo>
                    <a:pt x="3922109" y="337280"/>
                  </a:lnTo>
                  <a:cubicBezTo>
                    <a:pt x="3926205" y="308610"/>
                    <a:pt x="3934397" y="282321"/>
                    <a:pt x="3946970" y="258509"/>
                  </a:cubicBezTo>
                  <a:moveTo>
                    <a:pt x="5356955" y="149066"/>
                  </a:moveTo>
                  <a:cubicBezTo>
                    <a:pt x="5385626" y="199644"/>
                    <a:pt x="5400008" y="264319"/>
                    <a:pt x="5400008" y="343091"/>
                  </a:cubicBezTo>
                  <a:lnTo>
                    <a:pt x="5400008" y="789527"/>
                  </a:lnTo>
                  <a:lnTo>
                    <a:pt x="5217605" y="789527"/>
                  </a:lnTo>
                  <a:lnTo>
                    <a:pt x="5217605" y="366522"/>
                  </a:lnTo>
                  <a:cubicBezTo>
                    <a:pt x="5217605" y="297466"/>
                    <a:pt x="5201603" y="245936"/>
                    <a:pt x="5169503" y="211836"/>
                  </a:cubicBezTo>
                  <a:cubicBezTo>
                    <a:pt x="5137404" y="177832"/>
                    <a:pt x="5091684" y="160782"/>
                    <a:pt x="5032344" y="160782"/>
                  </a:cubicBezTo>
                  <a:cubicBezTo>
                    <a:pt x="4989577" y="160782"/>
                    <a:pt x="4951571" y="169545"/>
                    <a:pt x="4918520" y="187071"/>
                  </a:cubicBezTo>
                  <a:cubicBezTo>
                    <a:pt x="4885468" y="204597"/>
                    <a:pt x="4859941" y="230600"/>
                    <a:pt x="4841939" y="265081"/>
                  </a:cubicBezTo>
                  <a:cubicBezTo>
                    <a:pt x="4823937" y="299657"/>
                    <a:pt x="4814983" y="343091"/>
                    <a:pt x="4814983" y="395669"/>
                  </a:cubicBezTo>
                  <a:lnTo>
                    <a:pt x="4814983" y="789527"/>
                  </a:lnTo>
                  <a:lnTo>
                    <a:pt x="4634103" y="789527"/>
                  </a:lnTo>
                  <a:lnTo>
                    <a:pt x="4634103" y="10478"/>
                  </a:lnTo>
                  <a:lnTo>
                    <a:pt x="4807744" y="10478"/>
                  </a:lnTo>
                  <a:lnTo>
                    <a:pt x="4807744" y="110681"/>
                  </a:lnTo>
                  <a:cubicBezTo>
                    <a:pt x="4830985" y="82582"/>
                    <a:pt x="4859846" y="59245"/>
                    <a:pt x="4894517" y="41148"/>
                  </a:cubicBezTo>
                  <a:cubicBezTo>
                    <a:pt x="4946523" y="13907"/>
                    <a:pt x="5006626" y="286"/>
                    <a:pt x="5074730" y="286"/>
                  </a:cubicBezTo>
                  <a:cubicBezTo>
                    <a:pt x="5137976" y="286"/>
                    <a:pt x="5193602" y="12478"/>
                    <a:pt x="5241798" y="36767"/>
                  </a:cubicBezTo>
                  <a:cubicBezTo>
                    <a:pt x="5289804" y="61151"/>
                    <a:pt x="5328285" y="98584"/>
                    <a:pt x="5356955" y="149066"/>
                  </a:cubicBezTo>
                  <a:moveTo>
                    <a:pt x="400050" y="800100"/>
                  </a:moveTo>
                  <a:cubicBezTo>
                    <a:pt x="179451" y="800100"/>
                    <a:pt x="0" y="620649"/>
                    <a:pt x="0" y="400050"/>
                  </a:cubicBezTo>
                  <a:cubicBezTo>
                    <a:pt x="0" y="179451"/>
                    <a:pt x="179451" y="0"/>
                    <a:pt x="400050" y="0"/>
                  </a:cubicBezTo>
                  <a:lnTo>
                    <a:pt x="400050" y="164402"/>
                  </a:lnTo>
                  <a:cubicBezTo>
                    <a:pt x="270129" y="164402"/>
                    <a:pt x="164497" y="270129"/>
                    <a:pt x="164497" y="399955"/>
                  </a:cubicBezTo>
                  <a:cubicBezTo>
                    <a:pt x="164497" y="529781"/>
                    <a:pt x="270129" y="635603"/>
                    <a:pt x="400050" y="635603"/>
                  </a:cubicBezTo>
                  <a:lnTo>
                    <a:pt x="400050" y="800100"/>
                  </a:lnTo>
                  <a:lnTo>
                    <a:pt x="400050" y="800100"/>
                  </a:lnTo>
                  <a:close/>
                  <a:moveTo>
                    <a:pt x="2334006" y="800100"/>
                  </a:moveTo>
                  <a:lnTo>
                    <a:pt x="2334006" y="635603"/>
                  </a:lnTo>
                  <a:cubicBezTo>
                    <a:pt x="2463927" y="635603"/>
                    <a:pt x="2569559" y="529876"/>
                    <a:pt x="2569559" y="400050"/>
                  </a:cubicBezTo>
                  <a:cubicBezTo>
                    <a:pt x="2569559" y="270224"/>
                    <a:pt x="2463832" y="164497"/>
                    <a:pt x="2334006" y="164497"/>
                  </a:cubicBezTo>
                  <a:lnTo>
                    <a:pt x="2334006" y="0"/>
                  </a:lnTo>
                  <a:cubicBezTo>
                    <a:pt x="2554605" y="0"/>
                    <a:pt x="2734056" y="179451"/>
                    <a:pt x="2734056" y="400050"/>
                  </a:cubicBezTo>
                  <a:cubicBezTo>
                    <a:pt x="2734056" y="620649"/>
                    <a:pt x="2554605" y="800100"/>
                    <a:pt x="2334006" y="800100"/>
                  </a:cubicBezTo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4005FCA7-5057-0DC6-7526-1DDAC791BAFF}"/>
                </a:ext>
              </a:extLst>
            </p:cNvPr>
            <p:cNvSpPr/>
            <p:nvPr/>
          </p:nvSpPr>
          <p:spPr bwMode="gray">
            <a:xfrm>
              <a:off x="828945" y="2286397"/>
              <a:ext cx="1672304" cy="838390"/>
            </a:xfrm>
            <a:custGeom>
              <a:avLst/>
              <a:gdLst>
                <a:gd name="connsiteX0" fmla="*/ 707041 w 1672304"/>
                <a:gd name="connsiteY0" fmla="*/ 1714 h 838390"/>
                <a:gd name="connsiteX1" fmla="*/ 632460 w 1672304"/>
                <a:gd name="connsiteY1" fmla="*/ 173736 h 838390"/>
                <a:gd name="connsiteX2" fmla="*/ 571024 w 1672304"/>
                <a:gd name="connsiteY2" fmla="*/ 220790 h 838390"/>
                <a:gd name="connsiteX3" fmla="*/ 528352 w 1672304"/>
                <a:gd name="connsiteY3" fmla="*/ 206216 h 838390"/>
                <a:gd name="connsiteX4" fmla="*/ 543211 w 1672304"/>
                <a:gd name="connsiteY4" fmla="*/ 178784 h 838390"/>
                <a:gd name="connsiteX5" fmla="*/ 570643 w 1672304"/>
                <a:gd name="connsiteY5" fmla="*/ 189833 h 838390"/>
                <a:gd name="connsiteX6" fmla="*/ 598646 w 1672304"/>
                <a:gd name="connsiteY6" fmla="*/ 167735 h 838390"/>
                <a:gd name="connsiteX7" fmla="*/ 601313 w 1672304"/>
                <a:gd name="connsiteY7" fmla="*/ 161449 h 838390"/>
                <a:gd name="connsiteX8" fmla="*/ 531876 w 1672304"/>
                <a:gd name="connsiteY8" fmla="*/ 1714 h 838390"/>
                <a:gd name="connsiteX9" fmla="*/ 570643 w 1672304"/>
                <a:gd name="connsiteY9" fmla="*/ 1714 h 838390"/>
                <a:gd name="connsiteX10" fmla="*/ 620744 w 1672304"/>
                <a:gd name="connsiteY10" fmla="*/ 119444 h 838390"/>
                <a:gd name="connsiteX11" fmla="*/ 671132 w 1672304"/>
                <a:gd name="connsiteY11" fmla="*/ 1714 h 838390"/>
                <a:gd name="connsiteX12" fmla="*/ 707041 w 1672304"/>
                <a:gd name="connsiteY12" fmla="*/ 1714 h 838390"/>
                <a:gd name="connsiteX13" fmla="*/ 707041 w 1672304"/>
                <a:gd name="connsiteY13" fmla="*/ 1714 h 838390"/>
                <a:gd name="connsiteX14" fmla="*/ 714661 w 1672304"/>
                <a:gd name="connsiteY14" fmla="*/ 81344 h 838390"/>
                <a:gd name="connsiteX15" fmla="*/ 799338 w 1672304"/>
                <a:gd name="connsiteY15" fmla="*/ 0 h 838390"/>
                <a:gd name="connsiteX16" fmla="*/ 884301 w 1672304"/>
                <a:gd name="connsiteY16" fmla="*/ 81344 h 838390"/>
                <a:gd name="connsiteX17" fmla="*/ 799338 w 1672304"/>
                <a:gd name="connsiteY17" fmla="*/ 162973 h 838390"/>
                <a:gd name="connsiteX18" fmla="*/ 714661 w 1672304"/>
                <a:gd name="connsiteY18" fmla="*/ 81344 h 838390"/>
                <a:gd name="connsiteX19" fmla="*/ 846677 w 1672304"/>
                <a:gd name="connsiteY19" fmla="*/ 81344 h 838390"/>
                <a:gd name="connsiteX20" fmla="*/ 799243 w 1672304"/>
                <a:gd name="connsiteY20" fmla="*/ 31528 h 838390"/>
                <a:gd name="connsiteX21" fmla="*/ 752189 w 1672304"/>
                <a:gd name="connsiteY21" fmla="*/ 81344 h 838390"/>
                <a:gd name="connsiteX22" fmla="*/ 799243 w 1672304"/>
                <a:gd name="connsiteY22" fmla="*/ 131159 h 838390"/>
                <a:gd name="connsiteX23" fmla="*/ 846677 w 1672304"/>
                <a:gd name="connsiteY23" fmla="*/ 81344 h 838390"/>
                <a:gd name="connsiteX24" fmla="*/ 1067467 w 1672304"/>
                <a:gd name="connsiteY24" fmla="*/ 1714 h 838390"/>
                <a:gd name="connsiteX25" fmla="*/ 1067467 w 1672304"/>
                <a:gd name="connsiteY25" fmla="*/ 160973 h 838390"/>
                <a:gd name="connsiteX26" fmla="*/ 1032034 w 1672304"/>
                <a:gd name="connsiteY26" fmla="*/ 160973 h 838390"/>
                <a:gd name="connsiteX27" fmla="*/ 1032034 w 1672304"/>
                <a:gd name="connsiteY27" fmla="*/ 140684 h 838390"/>
                <a:gd name="connsiteX28" fmla="*/ 980789 w 1672304"/>
                <a:gd name="connsiteY28" fmla="*/ 163068 h 838390"/>
                <a:gd name="connsiteX29" fmla="*/ 912209 w 1672304"/>
                <a:gd name="connsiteY29" fmla="*/ 92678 h 838390"/>
                <a:gd name="connsiteX30" fmla="*/ 912209 w 1672304"/>
                <a:gd name="connsiteY30" fmla="*/ 1714 h 838390"/>
                <a:gd name="connsiteX31" fmla="*/ 949452 w 1672304"/>
                <a:gd name="connsiteY31" fmla="*/ 1714 h 838390"/>
                <a:gd name="connsiteX32" fmla="*/ 949452 w 1672304"/>
                <a:gd name="connsiteY32" fmla="*/ 87535 h 838390"/>
                <a:gd name="connsiteX33" fmla="*/ 986695 w 1672304"/>
                <a:gd name="connsiteY33" fmla="*/ 130207 h 838390"/>
                <a:gd name="connsiteX34" fmla="*/ 1030224 w 1672304"/>
                <a:gd name="connsiteY34" fmla="*/ 82201 h 838390"/>
                <a:gd name="connsiteX35" fmla="*/ 1030224 w 1672304"/>
                <a:gd name="connsiteY35" fmla="*/ 1714 h 838390"/>
                <a:gd name="connsiteX36" fmla="*/ 1067467 w 1672304"/>
                <a:gd name="connsiteY36" fmla="*/ 1714 h 838390"/>
                <a:gd name="connsiteX37" fmla="*/ 1067467 w 1672304"/>
                <a:gd name="connsiteY37" fmla="*/ 1714 h 838390"/>
                <a:gd name="connsiteX38" fmla="*/ 1196531 w 1672304"/>
                <a:gd name="connsiteY38" fmla="*/ 0 h 838390"/>
                <a:gd name="connsiteX39" fmla="*/ 1196531 w 1672304"/>
                <a:gd name="connsiteY39" fmla="*/ 35433 h 838390"/>
                <a:gd name="connsiteX40" fmla="*/ 1187863 w 1672304"/>
                <a:gd name="connsiteY40" fmla="*/ 34576 h 838390"/>
                <a:gd name="connsiteX41" fmla="*/ 1141667 w 1672304"/>
                <a:gd name="connsiteY41" fmla="*/ 83725 h 838390"/>
                <a:gd name="connsiteX42" fmla="*/ 1141667 w 1672304"/>
                <a:gd name="connsiteY42" fmla="*/ 160973 h 838390"/>
                <a:gd name="connsiteX43" fmla="*/ 1104424 w 1672304"/>
                <a:gd name="connsiteY43" fmla="*/ 160973 h 838390"/>
                <a:gd name="connsiteX44" fmla="*/ 1104424 w 1672304"/>
                <a:gd name="connsiteY44" fmla="*/ 1714 h 838390"/>
                <a:gd name="connsiteX45" fmla="*/ 1139857 w 1672304"/>
                <a:gd name="connsiteY45" fmla="*/ 1714 h 838390"/>
                <a:gd name="connsiteX46" fmla="*/ 1139857 w 1672304"/>
                <a:gd name="connsiteY46" fmla="*/ 24955 h 838390"/>
                <a:gd name="connsiteX47" fmla="*/ 1196531 w 1672304"/>
                <a:gd name="connsiteY47" fmla="*/ 0 h 838390"/>
                <a:gd name="connsiteX48" fmla="*/ 1196531 w 1672304"/>
                <a:gd name="connsiteY48" fmla="*/ 0 h 838390"/>
                <a:gd name="connsiteX49" fmla="*/ 156781 w 1672304"/>
                <a:gd name="connsiteY49" fmla="*/ 379476 h 838390"/>
                <a:gd name="connsiteX50" fmla="*/ 156781 w 1672304"/>
                <a:gd name="connsiteY50" fmla="*/ 470725 h 838390"/>
                <a:gd name="connsiteX51" fmla="*/ 119539 w 1672304"/>
                <a:gd name="connsiteY51" fmla="*/ 470725 h 838390"/>
                <a:gd name="connsiteX52" fmla="*/ 119539 w 1672304"/>
                <a:gd name="connsiteY52" fmla="*/ 384239 h 838390"/>
                <a:gd name="connsiteX53" fmla="*/ 81725 w 1672304"/>
                <a:gd name="connsiteY53" fmla="*/ 342233 h 838390"/>
                <a:gd name="connsiteX54" fmla="*/ 37338 w 1672304"/>
                <a:gd name="connsiteY54" fmla="*/ 390239 h 838390"/>
                <a:gd name="connsiteX55" fmla="*/ 37338 w 1672304"/>
                <a:gd name="connsiteY55" fmla="*/ 470725 h 838390"/>
                <a:gd name="connsiteX56" fmla="*/ 0 w 1672304"/>
                <a:gd name="connsiteY56" fmla="*/ 470725 h 838390"/>
                <a:gd name="connsiteX57" fmla="*/ 0 w 1672304"/>
                <a:gd name="connsiteY57" fmla="*/ 249555 h 838390"/>
                <a:gd name="connsiteX58" fmla="*/ 37243 w 1672304"/>
                <a:gd name="connsiteY58" fmla="*/ 249555 h 838390"/>
                <a:gd name="connsiteX59" fmla="*/ 37243 w 1672304"/>
                <a:gd name="connsiteY59" fmla="*/ 330041 h 838390"/>
                <a:gd name="connsiteX60" fmla="*/ 90297 w 1672304"/>
                <a:gd name="connsiteY60" fmla="*/ 309753 h 838390"/>
                <a:gd name="connsiteX61" fmla="*/ 156781 w 1672304"/>
                <a:gd name="connsiteY61" fmla="*/ 379476 h 838390"/>
                <a:gd name="connsiteX62" fmla="*/ 156781 w 1672304"/>
                <a:gd name="connsiteY62" fmla="*/ 379476 h 838390"/>
                <a:gd name="connsiteX63" fmla="*/ 185547 w 1672304"/>
                <a:gd name="connsiteY63" fmla="*/ 262890 h 838390"/>
                <a:gd name="connsiteX64" fmla="*/ 209360 w 1672304"/>
                <a:gd name="connsiteY64" fmla="*/ 240506 h 838390"/>
                <a:gd name="connsiteX65" fmla="*/ 233172 w 1672304"/>
                <a:gd name="connsiteY65" fmla="*/ 261938 h 838390"/>
                <a:gd name="connsiteX66" fmla="*/ 209360 w 1672304"/>
                <a:gd name="connsiteY66" fmla="*/ 285179 h 838390"/>
                <a:gd name="connsiteX67" fmla="*/ 185547 w 1672304"/>
                <a:gd name="connsiteY67" fmla="*/ 262890 h 838390"/>
                <a:gd name="connsiteX68" fmla="*/ 190595 w 1672304"/>
                <a:gd name="connsiteY68" fmla="*/ 311563 h 838390"/>
                <a:gd name="connsiteX69" fmla="*/ 227838 w 1672304"/>
                <a:gd name="connsiteY69" fmla="*/ 311563 h 838390"/>
                <a:gd name="connsiteX70" fmla="*/ 227838 w 1672304"/>
                <a:gd name="connsiteY70" fmla="*/ 470725 h 838390"/>
                <a:gd name="connsiteX71" fmla="*/ 190595 w 1672304"/>
                <a:gd name="connsiteY71" fmla="*/ 470725 h 838390"/>
                <a:gd name="connsiteX72" fmla="*/ 190595 w 1672304"/>
                <a:gd name="connsiteY72" fmla="*/ 311563 h 838390"/>
                <a:gd name="connsiteX73" fmla="*/ 430530 w 1672304"/>
                <a:gd name="connsiteY73" fmla="*/ 311563 h 838390"/>
                <a:gd name="connsiteX74" fmla="*/ 430530 w 1672304"/>
                <a:gd name="connsiteY74" fmla="*/ 446627 h 838390"/>
                <a:gd name="connsiteX75" fmla="*/ 344710 w 1672304"/>
                <a:gd name="connsiteY75" fmla="*/ 530638 h 838390"/>
                <a:gd name="connsiteX76" fmla="*/ 267176 w 1672304"/>
                <a:gd name="connsiteY76" fmla="*/ 507968 h 838390"/>
                <a:gd name="connsiteX77" fmla="*/ 283845 w 1672304"/>
                <a:gd name="connsiteY77" fmla="*/ 479965 h 838390"/>
                <a:gd name="connsiteX78" fmla="*/ 342519 w 1672304"/>
                <a:gd name="connsiteY78" fmla="*/ 499015 h 838390"/>
                <a:gd name="connsiteX79" fmla="*/ 393192 w 1672304"/>
                <a:gd name="connsiteY79" fmla="*/ 450723 h 838390"/>
                <a:gd name="connsiteX80" fmla="*/ 393192 w 1672304"/>
                <a:gd name="connsiteY80" fmla="*/ 442341 h 838390"/>
                <a:gd name="connsiteX81" fmla="*/ 339852 w 1672304"/>
                <a:gd name="connsiteY81" fmla="*/ 463487 h 838390"/>
                <a:gd name="connsiteX82" fmla="*/ 259366 w 1672304"/>
                <a:gd name="connsiteY82" fmla="*/ 386239 h 838390"/>
                <a:gd name="connsiteX83" fmla="*/ 339852 w 1672304"/>
                <a:gd name="connsiteY83" fmla="*/ 309658 h 838390"/>
                <a:gd name="connsiteX84" fmla="*/ 395002 w 1672304"/>
                <a:gd name="connsiteY84" fmla="*/ 332613 h 838390"/>
                <a:gd name="connsiteX85" fmla="*/ 395002 w 1672304"/>
                <a:gd name="connsiteY85" fmla="*/ 311468 h 838390"/>
                <a:gd name="connsiteX86" fmla="*/ 430530 w 1672304"/>
                <a:gd name="connsiteY86" fmla="*/ 311563 h 838390"/>
                <a:gd name="connsiteX87" fmla="*/ 430530 w 1672304"/>
                <a:gd name="connsiteY87" fmla="*/ 311563 h 838390"/>
                <a:gd name="connsiteX88" fmla="*/ 393859 w 1672304"/>
                <a:gd name="connsiteY88" fmla="*/ 386334 h 838390"/>
                <a:gd name="connsiteX89" fmla="*/ 345567 w 1672304"/>
                <a:gd name="connsiteY89" fmla="*/ 341281 h 838390"/>
                <a:gd name="connsiteX90" fmla="*/ 296990 w 1672304"/>
                <a:gd name="connsiteY90" fmla="*/ 386334 h 838390"/>
                <a:gd name="connsiteX91" fmla="*/ 345567 w 1672304"/>
                <a:gd name="connsiteY91" fmla="*/ 431959 h 838390"/>
                <a:gd name="connsiteX92" fmla="*/ 393859 w 1672304"/>
                <a:gd name="connsiteY92" fmla="*/ 386334 h 838390"/>
                <a:gd name="connsiteX93" fmla="*/ 626555 w 1672304"/>
                <a:gd name="connsiteY93" fmla="*/ 379476 h 838390"/>
                <a:gd name="connsiteX94" fmla="*/ 626555 w 1672304"/>
                <a:gd name="connsiteY94" fmla="*/ 470725 h 838390"/>
                <a:gd name="connsiteX95" fmla="*/ 589312 w 1672304"/>
                <a:gd name="connsiteY95" fmla="*/ 470725 h 838390"/>
                <a:gd name="connsiteX96" fmla="*/ 589312 w 1672304"/>
                <a:gd name="connsiteY96" fmla="*/ 384239 h 838390"/>
                <a:gd name="connsiteX97" fmla="*/ 551498 w 1672304"/>
                <a:gd name="connsiteY97" fmla="*/ 342233 h 838390"/>
                <a:gd name="connsiteX98" fmla="*/ 507111 w 1672304"/>
                <a:gd name="connsiteY98" fmla="*/ 390239 h 838390"/>
                <a:gd name="connsiteX99" fmla="*/ 507111 w 1672304"/>
                <a:gd name="connsiteY99" fmla="*/ 470725 h 838390"/>
                <a:gd name="connsiteX100" fmla="*/ 469868 w 1672304"/>
                <a:gd name="connsiteY100" fmla="*/ 470725 h 838390"/>
                <a:gd name="connsiteX101" fmla="*/ 469868 w 1672304"/>
                <a:gd name="connsiteY101" fmla="*/ 249555 h 838390"/>
                <a:gd name="connsiteX102" fmla="*/ 507111 w 1672304"/>
                <a:gd name="connsiteY102" fmla="*/ 249555 h 838390"/>
                <a:gd name="connsiteX103" fmla="*/ 507111 w 1672304"/>
                <a:gd name="connsiteY103" fmla="*/ 330041 h 838390"/>
                <a:gd name="connsiteX104" fmla="*/ 560165 w 1672304"/>
                <a:gd name="connsiteY104" fmla="*/ 309753 h 838390"/>
                <a:gd name="connsiteX105" fmla="*/ 626555 w 1672304"/>
                <a:gd name="connsiteY105" fmla="*/ 379476 h 838390"/>
                <a:gd name="connsiteX106" fmla="*/ 626555 w 1672304"/>
                <a:gd name="connsiteY106" fmla="*/ 379476 h 838390"/>
                <a:gd name="connsiteX107" fmla="*/ 658559 w 1672304"/>
                <a:gd name="connsiteY107" fmla="*/ 372332 h 838390"/>
                <a:gd name="connsiteX108" fmla="*/ 740569 w 1672304"/>
                <a:gd name="connsiteY108" fmla="*/ 372332 h 838390"/>
                <a:gd name="connsiteX109" fmla="*/ 740569 w 1672304"/>
                <a:gd name="connsiteY109" fmla="*/ 403289 h 838390"/>
                <a:gd name="connsiteX110" fmla="*/ 658559 w 1672304"/>
                <a:gd name="connsiteY110" fmla="*/ 403289 h 838390"/>
                <a:gd name="connsiteX111" fmla="*/ 658559 w 1672304"/>
                <a:gd name="connsiteY111" fmla="*/ 372332 h 838390"/>
                <a:gd name="connsiteX112" fmla="*/ 938689 w 1672304"/>
                <a:gd name="connsiteY112" fmla="*/ 249555 h 838390"/>
                <a:gd name="connsiteX113" fmla="*/ 938689 w 1672304"/>
                <a:gd name="connsiteY113" fmla="*/ 470725 h 838390"/>
                <a:gd name="connsiteX114" fmla="*/ 902875 w 1672304"/>
                <a:gd name="connsiteY114" fmla="*/ 470725 h 838390"/>
                <a:gd name="connsiteX115" fmla="*/ 902875 w 1672304"/>
                <a:gd name="connsiteY115" fmla="*/ 450151 h 838390"/>
                <a:gd name="connsiteX116" fmla="*/ 850106 w 1672304"/>
                <a:gd name="connsiteY116" fmla="*/ 472821 h 838390"/>
                <a:gd name="connsiteX117" fmla="*/ 769620 w 1672304"/>
                <a:gd name="connsiteY117" fmla="*/ 391192 h 838390"/>
                <a:gd name="connsiteX118" fmla="*/ 850106 w 1672304"/>
                <a:gd name="connsiteY118" fmla="*/ 309848 h 838390"/>
                <a:gd name="connsiteX119" fmla="*/ 901351 w 1672304"/>
                <a:gd name="connsiteY119" fmla="*/ 331280 h 838390"/>
                <a:gd name="connsiteX120" fmla="*/ 901351 w 1672304"/>
                <a:gd name="connsiteY120" fmla="*/ 249555 h 838390"/>
                <a:gd name="connsiteX121" fmla="*/ 938689 w 1672304"/>
                <a:gd name="connsiteY121" fmla="*/ 249555 h 838390"/>
                <a:gd name="connsiteX122" fmla="*/ 902018 w 1672304"/>
                <a:gd name="connsiteY122" fmla="*/ 391097 h 838390"/>
                <a:gd name="connsiteX123" fmla="*/ 854583 w 1672304"/>
                <a:gd name="connsiteY123" fmla="*/ 341281 h 838390"/>
                <a:gd name="connsiteX124" fmla="*/ 807149 w 1672304"/>
                <a:gd name="connsiteY124" fmla="*/ 391097 h 838390"/>
                <a:gd name="connsiteX125" fmla="*/ 854583 w 1672304"/>
                <a:gd name="connsiteY125" fmla="*/ 440912 h 838390"/>
                <a:gd name="connsiteX126" fmla="*/ 902018 w 1672304"/>
                <a:gd name="connsiteY126" fmla="*/ 391097 h 838390"/>
                <a:gd name="connsiteX127" fmla="*/ 974503 w 1672304"/>
                <a:gd name="connsiteY127" fmla="*/ 262890 h 838390"/>
                <a:gd name="connsiteX128" fmla="*/ 998315 w 1672304"/>
                <a:gd name="connsiteY128" fmla="*/ 240506 h 838390"/>
                <a:gd name="connsiteX129" fmla="*/ 1022128 w 1672304"/>
                <a:gd name="connsiteY129" fmla="*/ 261938 h 838390"/>
                <a:gd name="connsiteX130" fmla="*/ 998315 w 1672304"/>
                <a:gd name="connsiteY130" fmla="*/ 285179 h 838390"/>
                <a:gd name="connsiteX131" fmla="*/ 974503 w 1672304"/>
                <a:gd name="connsiteY131" fmla="*/ 262890 h 838390"/>
                <a:gd name="connsiteX132" fmla="*/ 979551 w 1672304"/>
                <a:gd name="connsiteY132" fmla="*/ 311563 h 838390"/>
                <a:gd name="connsiteX133" fmla="*/ 1016794 w 1672304"/>
                <a:gd name="connsiteY133" fmla="*/ 311563 h 838390"/>
                <a:gd name="connsiteX134" fmla="*/ 1016794 w 1672304"/>
                <a:gd name="connsiteY134" fmla="*/ 470725 h 838390"/>
                <a:gd name="connsiteX135" fmla="*/ 979551 w 1672304"/>
                <a:gd name="connsiteY135" fmla="*/ 470725 h 838390"/>
                <a:gd name="connsiteX136" fmla="*/ 979551 w 1672304"/>
                <a:gd name="connsiteY136" fmla="*/ 311563 h 838390"/>
                <a:gd name="connsiteX137" fmla="*/ 1220248 w 1672304"/>
                <a:gd name="connsiteY137" fmla="*/ 311563 h 838390"/>
                <a:gd name="connsiteX138" fmla="*/ 1220248 w 1672304"/>
                <a:gd name="connsiteY138" fmla="*/ 446627 h 838390"/>
                <a:gd name="connsiteX139" fmla="*/ 1134428 w 1672304"/>
                <a:gd name="connsiteY139" fmla="*/ 530638 h 838390"/>
                <a:gd name="connsiteX140" fmla="*/ 1056894 w 1672304"/>
                <a:gd name="connsiteY140" fmla="*/ 507968 h 838390"/>
                <a:gd name="connsiteX141" fmla="*/ 1073563 w 1672304"/>
                <a:gd name="connsiteY141" fmla="*/ 479965 h 838390"/>
                <a:gd name="connsiteX142" fmla="*/ 1132237 w 1672304"/>
                <a:gd name="connsiteY142" fmla="*/ 499015 h 838390"/>
                <a:gd name="connsiteX143" fmla="*/ 1182910 w 1672304"/>
                <a:gd name="connsiteY143" fmla="*/ 450723 h 838390"/>
                <a:gd name="connsiteX144" fmla="*/ 1182910 w 1672304"/>
                <a:gd name="connsiteY144" fmla="*/ 442341 h 838390"/>
                <a:gd name="connsiteX145" fmla="*/ 1129570 w 1672304"/>
                <a:gd name="connsiteY145" fmla="*/ 463487 h 838390"/>
                <a:gd name="connsiteX146" fmla="*/ 1049084 w 1672304"/>
                <a:gd name="connsiteY146" fmla="*/ 386239 h 838390"/>
                <a:gd name="connsiteX147" fmla="*/ 1129570 w 1672304"/>
                <a:gd name="connsiteY147" fmla="*/ 309658 h 838390"/>
                <a:gd name="connsiteX148" fmla="*/ 1184720 w 1672304"/>
                <a:gd name="connsiteY148" fmla="*/ 332613 h 838390"/>
                <a:gd name="connsiteX149" fmla="*/ 1184720 w 1672304"/>
                <a:gd name="connsiteY149" fmla="*/ 311468 h 838390"/>
                <a:gd name="connsiteX150" fmla="*/ 1220248 w 1672304"/>
                <a:gd name="connsiteY150" fmla="*/ 311563 h 838390"/>
                <a:gd name="connsiteX151" fmla="*/ 1220248 w 1672304"/>
                <a:gd name="connsiteY151" fmla="*/ 311563 h 838390"/>
                <a:gd name="connsiteX152" fmla="*/ 1183577 w 1672304"/>
                <a:gd name="connsiteY152" fmla="*/ 386334 h 838390"/>
                <a:gd name="connsiteX153" fmla="*/ 1135285 w 1672304"/>
                <a:gd name="connsiteY153" fmla="*/ 341281 h 838390"/>
                <a:gd name="connsiteX154" fmla="*/ 1086707 w 1672304"/>
                <a:gd name="connsiteY154" fmla="*/ 386334 h 838390"/>
                <a:gd name="connsiteX155" fmla="*/ 1135285 w 1672304"/>
                <a:gd name="connsiteY155" fmla="*/ 431959 h 838390"/>
                <a:gd name="connsiteX156" fmla="*/ 1183577 w 1672304"/>
                <a:gd name="connsiteY156" fmla="*/ 386334 h 838390"/>
                <a:gd name="connsiteX157" fmla="*/ 1250252 w 1672304"/>
                <a:gd name="connsiteY157" fmla="*/ 262890 h 838390"/>
                <a:gd name="connsiteX158" fmla="*/ 1274064 w 1672304"/>
                <a:gd name="connsiteY158" fmla="*/ 240506 h 838390"/>
                <a:gd name="connsiteX159" fmla="*/ 1297877 w 1672304"/>
                <a:gd name="connsiteY159" fmla="*/ 261938 h 838390"/>
                <a:gd name="connsiteX160" fmla="*/ 1274064 w 1672304"/>
                <a:gd name="connsiteY160" fmla="*/ 285179 h 838390"/>
                <a:gd name="connsiteX161" fmla="*/ 1250252 w 1672304"/>
                <a:gd name="connsiteY161" fmla="*/ 262890 h 838390"/>
                <a:gd name="connsiteX162" fmla="*/ 1255395 w 1672304"/>
                <a:gd name="connsiteY162" fmla="*/ 311468 h 838390"/>
                <a:gd name="connsiteX163" fmla="*/ 1292638 w 1672304"/>
                <a:gd name="connsiteY163" fmla="*/ 311468 h 838390"/>
                <a:gd name="connsiteX164" fmla="*/ 1292638 w 1672304"/>
                <a:gd name="connsiteY164" fmla="*/ 470630 h 838390"/>
                <a:gd name="connsiteX165" fmla="*/ 1255395 w 1672304"/>
                <a:gd name="connsiteY165" fmla="*/ 470630 h 838390"/>
                <a:gd name="connsiteX166" fmla="*/ 1255395 w 1672304"/>
                <a:gd name="connsiteY166" fmla="*/ 311468 h 838390"/>
                <a:gd name="connsiteX167" fmla="*/ 1439418 w 1672304"/>
                <a:gd name="connsiteY167" fmla="*/ 462058 h 838390"/>
                <a:gd name="connsiteX168" fmla="*/ 1403604 w 1672304"/>
                <a:gd name="connsiteY168" fmla="*/ 472821 h 838390"/>
                <a:gd name="connsiteX169" fmla="*/ 1348740 w 1672304"/>
                <a:gd name="connsiteY169" fmla="*/ 419195 h 838390"/>
                <a:gd name="connsiteX170" fmla="*/ 1348740 w 1672304"/>
                <a:gd name="connsiteY170" fmla="*/ 342614 h 838390"/>
                <a:gd name="connsiteX171" fmla="*/ 1322546 w 1672304"/>
                <a:gd name="connsiteY171" fmla="*/ 342614 h 838390"/>
                <a:gd name="connsiteX172" fmla="*/ 1322546 w 1672304"/>
                <a:gd name="connsiteY172" fmla="*/ 312801 h 838390"/>
                <a:gd name="connsiteX173" fmla="*/ 1348740 w 1672304"/>
                <a:gd name="connsiteY173" fmla="*/ 312801 h 838390"/>
                <a:gd name="connsiteX174" fmla="*/ 1348740 w 1672304"/>
                <a:gd name="connsiteY174" fmla="*/ 276416 h 838390"/>
                <a:gd name="connsiteX175" fmla="*/ 1385983 w 1672304"/>
                <a:gd name="connsiteY175" fmla="*/ 276416 h 838390"/>
                <a:gd name="connsiteX176" fmla="*/ 1385983 w 1672304"/>
                <a:gd name="connsiteY176" fmla="*/ 312801 h 838390"/>
                <a:gd name="connsiteX177" fmla="*/ 1428560 w 1672304"/>
                <a:gd name="connsiteY177" fmla="*/ 312801 h 838390"/>
                <a:gd name="connsiteX178" fmla="*/ 1428560 w 1672304"/>
                <a:gd name="connsiteY178" fmla="*/ 342614 h 838390"/>
                <a:gd name="connsiteX179" fmla="*/ 1385983 w 1672304"/>
                <a:gd name="connsiteY179" fmla="*/ 342614 h 838390"/>
                <a:gd name="connsiteX180" fmla="*/ 1385983 w 1672304"/>
                <a:gd name="connsiteY180" fmla="*/ 418338 h 838390"/>
                <a:gd name="connsiteX181" fmla="*/ 1408081 w 1672304"/>
                <a:gd name="connsiteY181" fmla="*/ 442150 h 838390"/>
                <a:gd name="connsiteX182" fmla="*/ 1428941 w 1672304"/>
                <a:gd name="connsiteY182" fmla="*/ 435578 h 838390"/>
                <a:gd name="connsiteX183" fmla="*/ 1439418 w 1672304"/>
                <a:gd name="connsiteY183" fmla="*/ 462058 h 838390"/>
                <a:gd name="connsiteX184" fmla="*/ 1439418 w 1672304"/>
                <a:gd name="connsiteY184" fmla="*/ 462058 h 838390"/>
                <a:gd name="connsiteX185" fmla="*/ 1600772 w 1672304"/>
                <a:gd name="connsiteY185" fmla="*/ 377381 h 838390"/>
                <a:gd name="connsiteX186" fmla="*/ 1600772 w 1672304"/>
                <a:gd name="connsiteY186" fmla="*/ 470725 h 838390"/>
                <a:gd name="connsiteX187" fmla="*/ 1565624 w 1672304"/>
                <a:gd name="connsiteY187" fmla="*/ 470725 h 838390"/>
                <a:gd name="connsiteX188" fmla="*/ 1565624 w 1672304"/>
                <a:gd name="connsiteY188" fmla="*/ 451390 h 838390"/>
                <a:gd name="connsiteX189" fmla="*/ 1515523 w 1672304"/>
                <a:gd name="connsiteY189" fmla="*/ 472821 h 838390"/>
                <a:gd name="connsiteX190" fmla="*/ 1456182 w 1672304"/>
                <a:gd name="connsiteY190" fmla="*/ 425101 h 838390"/>
                <a:gd name="connsiteX191" fmla="*/ 1522381 w 1672304"/>
                <a:gd name="connsiteY191" fmla="*/ 377666 h 838390"/>
                <a:gd name="connsiteX192" fmla="*/ 1563529 w 1672304"/>
                <a:gd name="connsiteY192" fmla="*/ 377666 h 838390"/>
                <a:gd name="connsiteX193" fmla="*/ 1563529 w 1672304"/>
                <a:gd name="connsiteY193" fmla="*/ 375285 h 838390"/>
                <a:gd name="connsiteX194" fmla="*/ 1523905 w 1672304"/>
                <a:gd name="connsiteY194" fmla="*/ 340709 h 838390"/>
                <a:gd name="connsiteX195" fmla="*/ 1475613 w 1672304"/>
                <a:gd name="connsiteY195" fmla="*/ 356521 h 838390"/>
                <a:gd name="connsiteX196" fmla="*/ 1461040 w 1672304"/>
                <a:gd name="connsiteY196" fmla="*/ 329375 h 838390"/>
                <a:gd name="connsiteX197" fmla="*/ 1528382 w 1672304"/>
                <a:gd name="connsiteY197" fmla="*/ 309658 h 838390"/>
                <a:gd name="connsiteX198" fmla="*/ 1600772 w 1672304"/>
                <a:gd name="connsiteY198" fmla="*/ 377381 h 838390"/>
                <a:gd name="connsiteX199" fmla="*/ 1600772 w 1672304"/>
                <a:gd name="connsiteY199" fmla="*/ 377381 h 838390"/>
                <a:gd name="connsiteX200" fmla="*/ 1563434 w 1672304"/>
                <a:gd name="connsiteY200" fmla="*/ 420910 h 838390"/>
                <a:gd name="connsiteX201" fmla="*/ 1563434 w 1672304"/>
                <a:gd name="connsiteY201" fmla="*/ 402431 h 838390"/>
                <a:gd name="connsiteX202" fmla="*/ 1524953 w 1672304"/>
                <a:gd name="connsiteY202" fmla="*/ 402431 h 838390"/>
                <a:gd name="connsiteX203" fmla="*/ 1492758 w 1672304"/>
                <a:gd name="connsiteY203" fmla="*/ 423577 h 838390"/>
                <a:gd name="connsiteX204" fmla="*/ 1523143 w 1672304"/>
                <a:gd name="connsiteY204" fmla="*/ 445675 h 838390"/>
                <a:gd name="connsiteX205" fmla="*/ 1563434 w 1672304"/>
                <a:gd name="connsiteY205" fmla="*/ 420910 h 838390"/>
                <a:gd name="connsiteX206" fmla="*/ 1635062 w 1672304"/>
                <a:gd name="connsiteY206" fmla="*/ 249460 h 838390"/>
                <a:gd name="connsiteX207" fmla="*/ 1672304 w 1672304"/>
                <a:gd name="connsiteY207" fmla="*/ 249460 h 838390"/>
                <a:gd name="connsiteX208" fmla="*/ 1672304 w 1672304"/>
                <a:gd name="connsiteY208" fmla="*/ 470630 h 838390"/>
                <a:gd name="connsiteX209" fmla="*/ 1635062 w 1672304"/>
                <a:gd name="connsiteY209" fmla="*/ 470630 h 838390"/>
                <a:gd name="connsiteX210" fmla="*/ 1635062 w 1672304"/>
                <a:gd name="connsiteY210" fmla="*/ 249460 h 838390"/>
                <a:gd name="connsiteX211" fmla="*/ 621316 w 1672304"/>
                <a:gd name="connsiteY211" fmla="*/ 700850 h 838390"/>
                <a:gd name="connsiteX212" fmla="*/ 540544 w 1672304"/>
                <a:gd name="connsiteY212" fmla="*/ 782574 h 838390"/>
                <a:gd name="connsiteX213" fmla="*/ 489585 w 1672304"/>
                <a:gd name="connsiteY213" fmla="*/ 761143 h 838390"/>
                <a:gd name="connsiteX214" fmla="*/ 489585 w 1672304"/>
                <a:gd name="connsiteY214" fmla="*/ 838390 h 838390"/>
                <a:gd name="connsiteX215" fmla="*/ 452342 w 1672304"/>
                <a:gd name="connsiteY215" fmla="*/ 838390 h 838390"/>
                <a:gd name="connsiteX216" fmla="*/ 452342 w 1672304"/>
                <a:gd name="connsiteY216" fmla="*/ 621316 h 838390"/>
                <a:gd name="connsiteX217" fmla="*/ 487775 w 1672304"/>
                <a:gd name="connsiteY217" fmla="*/ 621316 h 838390"/>
                <a:gd name="connsiteX218" fmla="*/ 487775 w 1672304"/>
                <a:gd name="connsiteY218" fmla="*/ 642176 h 838390"/>
                <a:gd name="connsiteX219" fmla="*/ 540544 w 1672304"/>
                <a:gd name="connsiteY219" fmla="*/ 619506 h 838390"/>
                <a:gd name="connsiteX220" fmla="*/ 621316 w 1672304"/>
                <a:gd name="connsiteY220" fmla="*/ 700850 h 838390"/>
                <a:gd name="connsiteX221" fmla="*/ 621316 w 1672304"/>
                <a:gd name="connsiteY221" fmla="*/ 700850 h 838390"/>
                <a:gd name="connsiteX222" fmla="*/ 583406 w 1672304"/>
                <a:gd name="connsiteY222" fmla="*/ 700850 h 838390"/>
                <a:gd name="connsiteX223" fmla="*/ 536353 w 1672304"/>
                <a:gd name="connsiteY223" fmla="*/ 651034 h 838390"/>
                <a:gd name="connsiteX224" fmla="*/ 488918 w 1672304"/>
                <a:gd name="connsiteY224" fmla="*/ 700850 h 838390"/>
                <a:gd name="connsiteX225" fmla="*/ 536353 w 1672304"/>
                <a:gd name="connsiteY225" fmla="*/ 750665 h 838390"/>
                <a:gd name="connsiteX226" fmla="*/ 583406 w 1672304"/>
                <a:gd name="connsiteY226" fmla="*/ 700850 h 838390"/>
                <a:gd name="connsiteX227" fmla="*/ 648938 w 1672304"/>
                <a:gd name="connsiteY227" fmla="*/ 559308 h 838390"/>
                <a:gd name="connsiteX228" fmla="*/ 686181 w 1672304"/>
                <a:gd name="connsiteY228" fmla="*/ 559308 h 838390"/>
                <a:gd name="connsiteX229" fmla="*/ 686181 w 1672304"/>
                <a:gd name="connsiteY229" fmla="*/ 780479 h 838390"/>
                <a:gd name="connsiteX230" fmla="*/ 648938 w 1672304"/>
                <a:gd name="connsiteY230" fmla="*/ 780479 h 838390"/>
                <a:gd name="connsiteX231" fmla="*/ 648938 w 1672304"/>
                <a:gd name="connsiteY231" fmla="*/ 559308 h 838390"/>
                <a:gd name="connsiteX232" fmla="*/ 862203 w 1672304"/>
                <a:gd name="connsiteY232" fmla="*/ 687134 h 838390"/>
                <a:gd name="connsiteX233" fmla="*/ 862203 w 1672304"/>
                <a:gd name="connsiteY233" fmla="*/ 780383 h 838390"/>
                <a:gd name="connsiteX234" fmla="*/ 827056 w 1672304"/>
                <a:gd name="connsiteY234" fmla="*/ 780383 h 838390"/>
                <a:gd name="connsiteX235" fmla="*/ 827056 w 1672304"/>
                <a:gd name="connsiteY235" fmla="*/ 761048 h 838390"/>
                <a:gd name="connsiteX236" fmla="*/ 776954 w 1672304"/>
                <a:gd name="connsiteY236" fmla="*/ 782479 h 838390"/>
                <a:gd name="connsiteX237" fmla="*/ 717614 w 1672304"/>
                <a:gd name="connsiteY237" fmla="*/ 734759 h 838390"/>
                <a:gd name="connsiteX238" fmla="*/ 783812 w 1672304"/>
                <a:gd name="connsiteY238" fmla="*/ 687324 h 838390"/>
                <a:gd name="connsiteX239" fmla="*/ 824960 w 1672304"/>
                <a:gd name="connsiteY239" fmla="*/ 687324 h 838390"/>
                <a:gd name="connsiteX240" fmla="*/ 824960 w 1672304"/>
                <a:gd name="connsiteY240" fmla="*/ 684943 h 838390"/>
                <a:gd name="connsiteX241" fmla="*/ 785336 w 1672304"/>
                <a:gd name="connsiteY241" fmla="*/ 650367 h 838390"/>
                <a:gd name="connsiteX242" fmla="*/ 737045 w 1672304"/>
                <a:gd name="connsiteY242" fmla="*/ 666179 h 838390"/>
                <a:gd name="connsiteX243" fmla="*/ 722471 w 1672304"/>
                <a:gd name="connsiteY243" fmla="*/ 639032 h 838390"/>
                <a:gd name="connsiteX244" fmla="*/ 789813 w 1672304"/>
                <a:gd name="connsiteY244" fmla="*/ 619315 h 838390"/>
                <a:gd name="connsiteX245" fmla="*/ 862203 w 1672304"/>
                <a:gd name="connsiteY245" fmla="*/ 687134 h 838390"/>
                <a:gd name="connsiteX246" fmla="*/ 862203 w 1672304"/>
                <a:gd name="connsiteY246" fmla="*/ 687134 h 838390"/>
                <a:gd name="connsiteX247" fmla="*/ 824960 w 1672304"/>
                <a:gd name="connsiteY247" fmla="*/ 730663 h 838390"/>
                <a:gd name="connsiteX248" fmla="*/ 824960 w 1672304"/>
                <a:gd name="connsiteY248" fmla="*/ 712184 h 838390"/>
                <a:gd name="connsiteX249" fmla="*/ 786479 w 1672304"/>
                <a:gd name="connsiteY249" fmla="*/ 712184 h 838390"/>
                <a:gd name="connsiteX250" fmla="*/ 754285 w 1672304"/>
                <a:gd name="connsiteY250" fmla="*/ 733330 h 838390"/>
                <a:gd name="connsiteX251" fmla="*/ 784670 w 1672304"/>
                <a:gd name="connsiteY251" fmla="*/ 755428 h 838390"/>
                <a:gd name="connsiteX252" fmla="*/ 824960 w 1672304"/>
                <a:gd name="connsiteY252" fmla="*/ 730663 h 838390"/>
                <a:gd name="connsiteX253" fmla="*/ 891540 w 1672304"/>
                <a:gd name="connsiteY253" fmla="*/ 700850 h 838390"/>
                <a:gd name="connsiteX254" fmla="*/ 977646 w 1672304"/>
                <a:gd name="connsiteY254" fmla="*/ 619506 h 838390"/>
                <a:gd name="connsiteX255" fmla="*/ 1045655 w 1672304"/>
                <a:gd name="connsiteY255" fmla="*/ 656463 h 838390"/>
                <a:gd name="connsiteX256" fmla="*/ 1017080 w 1672304"/>
                <a:gd name="connsiteY256" fmla="*/ 673132 h 838390"/>
                <a:gd name="connsiteX257" fmla="*/ 977456 w 1672304"/>
                <a:gd name="connsiteY257" fmla="*/ 651034 h 838390"/>
                <a:gd name="connsiteX258" fmla="*/ 929164 w 1672304"/>
                <a:gd name="connsiteY258" fmla="*/ 700850 h 838390"/>
                <a:gd name="connsiteX259" fmla="*/ 977456 w 1672304"/>
                <a:gd name="connsiteY259" fmla="*/ 750665 h 838390"/>
                <a:gd name="connsiteX260" fmla="*/ 1017080 w 1672304"/>
                <a:gd name="connsiteY260" fmla="*/ 728567 h 838390"/>
                <a:gd name="connsiteX261" fmla="*/ 1045655 w 1672304"/>
                <a:gd name="connsiteY261" fmla="*/ 745236 h 838390"/>
                <a:gd name="connsiteX262" fmla="*/ 977646 w 1672304"/>
                <a:gd name="connsiteY262" fmla="*/ 782479 h 838390"/>
                <a:gd name="connsiteX263" fmla="*/ 891540 w 1672304"/>
                <a:gd name="connsiteY263" fmla="*/ 700850 h 838390"/>
                <a:gd name="connsiteX264" fmla="*/ 891540 w 1672304"/>
                <a:gd name="connsiteY264" fmla="*/ 700850 h 838390"/>
                <a:gd name="connsiteX265" fmla="*/ 1227582 w 1672304"/>
                <a:gd name="connsiteY265" fmla="*/ 712756 h 838390"/>
                <a:gd name="connsiteX266" fmla="*/ 1102709 w 1672304"/>
                <a:gd name="connsiteY266" fmla="*/ 712756 h 838390"/>
                <a:gd name="connsiteX267" fmla="*/ 1154240 w 1672304"/>
                <a:gd name="connsiteY267" fmla="*/ 750951 h 838390"/>
                <a:gd name="connsiteX268" fmla="*/ 1197483 w 1672304"/>
                <a:gd name="connsiteY268" fmla="*/ 733711 h 838390"/>
                <a:gd name="connsiteX269" fmla="*/ 1217486 w 1672304"/>
                <a:gd name="connsiteY269" fmla="*/ 756666 h 838390"/>
                <a:gd name="connsiteX270" fmla="*/ 1153382 w 1672304"/>
                <a:gd name="connsiteY270" fmla="*/ 782574 h 838390"/>
                <a:gd name="connsiteX271" fmla="*/ 1065467 w 1672304"/>
                <a:gd name="connsiteY271" fmla="*/ 700850 h 838390"/>
                <a:gd name="connsiteX272" fmla="*/ 1147763 w 1672304"/>
                <a:gd name="connsiteY272" fmla="*/ 619506 h 838390"/>
                <a:gd name="connsiteX273" fmla="*/ 1228249 w 1672304"/>
                <a:gd name="connsiteY273" fmla="*/ 701802 h 838390"/>
                <a:gd name="connsiteX274" fmla="*/ 1227582 w 1672304"/>
                <a:gd name="connsiteY274" fmla="*/ 712756 h 838390"/>
                <a:gd name="connsiteX275" fmla="*/ 1227582 w 1672304"/>
                <a:gd name="connsiteY275" fmla="*/ 712756 h 838390"/>
                <a:gd name="connsiteX276" fmla="*/ 1104614 w 1672304"/>
                <a:gd name="connsiteY276" fmla="*/ 688086 h 838390"/>
                <a:gd name="connsiteX277" fmla="*/ 1194911 w 1672304"/>
                <a:gd name="connsiteY277" fmla="*/ 688086 h 838390"/>
                <a:gd name="connsiteX278" fmla="*/ 1149858 w 1672304"/>
                <a:gd name="connsiteY278" fmla="*/ 649319 h 838390"/>
                <a:gd name="connsiteX279" fmla="*/ 1104614 w 1672304"/>
                <a:gd name="connsiteY279" fmla="*/ 688086 h 838390"/>
                <a:gd name="connsiteX280" fmla="*/ 1104614 w 1672304"/>
                <a:gd name="connsiteY280" fmla="*/ 688086 h 83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</a:cxnLst>
              <a:rect l="l" t="t" r="r" b="b"/>
              <a:pathLst>
                <a:path w="1672304" h="838390">
                  <a:moveTo>
                    <a:pt x="707041" y="1714"/>
                  </a:moveTo>
                  <a:lnTo>
                    <a:pt x="632460" y="173736"/>
                  </a:lnTo>
                  <a:cubicBezTo>
                    <a:pt x="617887" y="209836"/>
                    <a:pt x="597599" y="220790"/>
                    <a:pt x="571024" y="220790"/>
                  </a:cubicBezTo>
                  <a:cubicBezTo>
                    <a:pt x="555212" y="220790"/>
                    <a:pt x="538544" y="215456"/>
                    <a:pt x="528352" y="206216"/>
                  </a:cubicBezTo>
                  <a:lnTo>
                    <a:pt x="543211" y="178784"/>
                  </a:lnTo>
                  <a:cubicBezTo>
                    <a:pt x="550355" y="185642"/>
                    <a:pt x="560546" y="189833"/>
                    <a:pt x="570643" y="189833"/>
                  </a:cubicBezTo>
                  <a:cubicBezTo>
                    <a:pt x="583787" y="189833"/>
                    <a:pt x="591503" y="183547"/>
                    <a:pt x="598646" y="167735"/>
                  </a:cubicBezTo>
                  <a:lnTo>
                    <a:pt x="601313" y="161449"/>
                  </a:lnTo>
                  <a:lnTo>
                    <a:pt x="531876" y="1714"/>
                  </a:lnTo>
                  <a:lnTo>
                    <a:pt x="570643" y="1714"/>
                  </a:lnTo>
                  <a:lnTo>
                    <a:pt x="620744" y="119444"/>
                  </a:lnTo>
                  <a:lnTo>
                    <a:pt x="671132" y="1714"/>
                  </a:lnTo>
                  <a:lnTo>
                    <a:pt x="707041" y="1714"/>
                  </a:lnTo>
                  <a:lnTo>
                    <a:pt x="707041" y="1714"/>
                  </a:lnTo>
                  <a:close/>
                  <a:moveTo>
                    <a:pt x="714661" y="81344"/>
                  </a:moveTo>
                  <a:cubicBezTo>
                    <a:pt x="714661" y="33623"/>
                    <a:pt x="750475" y="0"/>
                    <a:pt x="799338" y="0"/>
                  </a:cubicBezTo>
                  <a:cubicBezTo>
                    <a:pt x="848773" y="0"/>
                    <a:pt x="884301" y="33719"/>
                    <a:pt x="884301" y="81344"/>
                  </a:cubicBezTo>
                  <a:cubicBezTo>
                    <a:pt x="884301" y="128969"/>
                    <a:pt x="848868" y="162973"/>
                    <a:pt x="799338" y="162973"/>
                  </a:cubicBezTo>
                  <a:cubicBezTo>
                    <a:pt x="750475" y="162973"/>
                    <a:pt x="714661" y="129064"/>
                    <a:pt x="714661" y="81344"/>
                  </a:cubicBezTo>
                  <a:close/>
                  <a:moveTo>
                    <a:pt x="846677" y="81344"/>
                  </a:moveTo>
                  <a:cubicBezTo>
                    <a:pt x="846677" y="50959"/>
                    <a:pt x="826389" y="31528"/>
                    <a:pt x="799243" y="31528"/>
                  </a:cubicBezTo>
                  <a:cubicBezTo>
                    <a:pt x="772382" y="31528"/>
                    <a:pt x="752189" y="50864"/>
                    <a:pt x="752189" y="81344"/>
                  </a:cubicBezTo>
                  <a:cubicBezTo>
                    <a:pt x="752189" y="111824"/>
                    <a:pt x="772478" y="131159"/>
                    <a:pt x="799243" y="131159"/>
                  </a:cubicBezTo>
                  <a:cubicBezTo>
                    <a:pt x="826484" y="131159"/>
                    <a:pt x="846677" y="111728"/>
                    <a:pt x="846677" y="81344"/>
                  </a:cubicBezTo>
                  <a:close/>
                  <a:moveTo>
                    <a:pt x="1067467" y="1714"/>
                  </a:moveTo>
                  <a:lnTo>
                    <a:pt x="1067467" y="160973"/>
                  </a:lnTo>
                  <a:lnTo>
                    <a:pt x="1032034" y="160973"/>
                  </a:lnTo>
                  <a:lnTo>
                    <a:pt x="1032034" y="140684"/>
                  </a:lnTo>
                  <a:cubicBezTo>
                    <a:pt x="1020128" y="155258"/>
                    <a:pt x="1001363" y="163068"/>
                    <a:pt x="980789" y="163068"/>
                  </a:cubicBezTo>
                  <a:cubicBezTo>
                    <a:pt x="939927" y="163068"/>
                    <a:pt x="912209" y="140684"/>
                    <a:pt x="912209" y="92678"/>
                  </a:cubicBezTo>
                  <a:lnTo>
                    <a:pt x="912209" y="1714"/>
                  </a:lnTo>
                  <a:lnTo>
                    <a:pt x="949452" y="1714"/>
                  </a:lnTo>
                  <a:lnTo>
                    <a:pt x="949452" y="87535"/>
                  </a:lnTo>
                  <a:cubicBezTo>
                    <a:pt x="949452" y="116491"/>
                    <a:pt x="963168" y="130207"/>
                    <a:pt x="986695" y="130207"/>
                  </a:cubicBezTo>
                  <a:cubicBezTo>
                    <a:pt x="1012603" y="130207"/>
                    <a:pt x="1030224" y="114109"/>
                    <a:pt x="1030224" y="82201"/>
                  </a:cubicBezTo>
                  <a:lnTo>
                    <a:pt x="1030224" y="1714"/>
                  </a:lnTo>
                  <a:lnTo>
                    <a:pt x="1067467" y="1714"/>
                  </a:lnTo>
                  <a:lnTo>
                    <a:pt x="1067467" y="1714"/>
                  </a:lnTo>
                  <a:close/>
                  <a:moveTo>
                    <a:pt x="1196531" y="0"/>
                  </a:moveTo>
                  <a:lnTo>
                    <a:pt x="1196531" y="35433"/>
                  </a:lnTo>
                  <a:cubicBezTo>
                    <a:pt x="1193292" y="34862"/>
                    <a:pt x="1190530" y="34576"/>
                    <a:pt x="1187863" y="34576"/>
                  </a:cubicBezTo>
                  <a:cubicBezTo>
                    <a:pt x="1159574" y="34576"/>
                    <a:pt x="1141667" y="51245"/>
                    <a:pt x="1141667" y="83725"/>
                  </a:cubicBezTo>
                  <a:lnTo>
                    <a:pt x="1141667" y="160973"/>
                  </a:lnTo>
                  <a:lnTo>
                    <a:pt x="1104424" y="160973"/>
                  </a:lnTo>
                  <a:lnTo>
                    <a:pt x="1104424" y="1714"/>
                  </a:lnTo>
                  <a:lnTo>
                    <a:pt x="1139857" y="1714"/>
                  </a:lnTo>
                  <a:lnTo>
                    <a:pt x="1139857" y="24955"/>
                  </a:lnTo>
                  <a:cubicBezTo>
                    <a:pt x="1150620" y="8287"/>
                    <a:pt x="1169956" y="0"/>
                    <a:pt x="1196531" y="0"/>
                  </a:cubicBezTo>
                  <a:lnTo>
                    <a:pt x="1196531" y="0"/>
                  </a:lnTo>
                  <a:close/>
                  <a:moveTo>
                    <a:pt x="156781" y="379476"/>
                  </a:moveTo>
                  <a:lnTo>
                    <a:pt x="156781" y="470725"/>
                  </a:lnTo>
                  <a:lnTo>
                    <a:pt x="119539" y="470725"/>
                  </a:lnTo>
                  <a:lnTo>
                    <a:pt x="119539" y="384239"/>
                  </a:lnTo>
                  <a:cubicBezTo>
                    <a:pt x="119539" y="355949"/>
                    <a:pt x="105537" y="342233"/>
                    <a:pt x="81725" y="342233"/>
                  </a:cubicBezTo>
                  <a:cubicBezTo>
                    <a:pt x="55150" y="342233"/>
                    <a:pt x="37338" y="358331"/>
                    <a:pt x="37338" y="390239"/>
                  </a:cubicBezTo>
                  <a:lnTo>
                    <a:pt x="37338" y="470725"/>
                  </a:lnTo>
                  <a:lnTo>
                    <a:pt x="0" y="470725"/>
                  </a:lnTo>
                  <a:lnTo>
                    <a:pt x="0" y="249555"/>
                  </a:lnTo>
                  <a:lnTo>
                    <a:pt x="37243" y="249555"/>
                  </a:lnTo>
                  <a:lnTo>
                    <a:pt x="37243" y="330041"/>
                  </a:lnTo>
                  <a:cubicBezTo>
                    <a:pt x="49435" y="316897"/>
                    <a:pt x="68199" y="309753"/>
                    <a:pt x="90297" y="309753"/>
                  </a:cubicBezTo>
                  <a:cubicBezTo>
                    <a:pt x="128492" y="309753"/>
                    <a:pt x="156781" y="331470"/>
                    <a:pt x="156781" y="379476"/>
                  </a:cubicBezTo>
                  <a:lnTo>
                    <a:pt x="156781" y="379476"/>
                  </a:lnTo>
                  <a:close/>
                  <a:moveTo>
                    <a:pt x="185547" y="262890"/>
                  </a:moveTo>
                  <a:cubicBezTo>
                    <a:pt x="185547" y="250412"/>
                    <a:pt x="195644" y="240506"/>
                    <a:pt x="209360" y="240506"/>
                  </a:cubicBezTo>
                  <a:cubicBezTo>
                    <a:pt x="223075" y="240506"/>
                    <a:pt x="233172" y="249746"/>
                    <a:pt x="233172" y="261938"/>
                  </a:cubicBezTo>
                  <a:cubicBezTo>
                    <a:pt x="233172" y="275082"/>
                    <a:pt x="223361" y="285179"/>
                    <a:pt x="209360" y="285179"/>
                  </a:cubicBezTo>
                  <a:cubicBezTo>
                    <a:pt x="195644" y="285274"/>
                    <a:pt x="185547" y="275463"/>
                    <a:pt x="185547" y="262890"/>
                  </a:cubicBezTo>
                  <a:close/>
                  <a:moveTo>
                    <a:pt x="190595" y="311563"/>
                  </a:moveTo>
                  <a:lnTo>
                    <a:pt x="227838" y="311563"/>
                  </a:lnTo>
                  <a:lnTo>
                    <a:pt x="227838" y="470725"/>
                  </a:lnTo>
                  <a:lnTo>
                    <a:pt x="190595" y="470725"/>
                  </a:lnTo>
                  <a:lnTo>
                    <a:pt x="190595" y="311563"/>
                  </a:lnTo>
                  <a:close/>
                  <a:moveTo>
                    <a:pt x="430530" y="311563"/>
                  </a:moveTo>
                  <a:lnTo>
                    <a:pt x="430530" y="446627"/>
                  </a:lnTo>
                  <a:cubicBezTo>
                    <a:pt x="430530" y="504444"/>
                    <a:pt x="400431" y="530638"/>
                    <a:pt x="344710" y="530638"/>
                  </a:cubicBezTo>
                  <a:cubicBezTo>
                    <a:pt x="314897" y="530638"/>
                    <a:pt x="285369" y="522923"/>
                    <a:pt x="267176" y="507968"/>
                  </a:cubicBezTo>
                  <a:lnTo>
                    <a:pt x="283845" y="479965"/>
                  </a:lnTo>
                  <a:cubicBezTo>
                    <a:pt x="297847" y="491585"/>
                    <a:pt x="320516" y="499015"/>
                    <a:pt x="342519" y="499015"/>
                  </a:cubicBezTo>
                  <a:cubicBezTo>
                    <a:pt x="377666" y="499015"/>
                    <a:pt x="393192" y="482918"/>
                    <a:pt x="393192" y="450723"/>
                  </a:cubicBezTo>
                  <a:lnTo>
                    <a:pt x="393192" y="442341"/>
                  </a:lnTo>
                  <a:cubicBezTo>
                    <a:pt x="380048" y="456629"/>
                    <a:pt x="361283" y="463487"/>
                    <a:pt x="339852" y="463487"/>
                  </a:cubicBezTo>
                  <a:cubicBezTo>
                    <a:pt x="294227" y="463487"/>
                    <a:pt x="259366" y="432530"/>
                    <a:pt x="259366" y="386239"/>
                  </a:cubicBezTo>
                  <a:cubicBezTo>
                    <a:pt x="259366" y="339947"/>
                    <a:pt x="294227" y="309658"/>
                    <a:pt x="339852" y="309658"/>
                  </a:cubicBezTo>
                  <a:cubicBezTo>
                    <a:pt x="362236" y="309658"/>
                    <a:pt x="381857" y="316801"/>
                    <a:pt x="395002" y="332613"/>
                  </a:cubicBezTo>
                  <a:lnTo>
                    <a:pt x="395002" y="311468"/>
                  </a:lnTo>
                  <a:lnTo>
                    <a:pt x="430530" y="311563"/>
                  </a:lnTo>
                  <a:lnTo>
                    <a:pt x="430530" y="311563"/>
                  </a:lnTo>
                  <a:close/>
                  <a:moveTo>
                    <a:pt x="393859" y="386334"/>
                  </a:moveTo>
                  <a:cubicBezTo>
                    <a:pt x="393859" y="359474"/>
                    <a:pt x="373571" y="341281"/>
                    <a:pt x="345567" y="341281"/>
                  </a:cubicBezTo>
                  <a:cubicBezTo>
                    <a:pt x="317278" y="341281"/>
                    <a:pt x="296990" y="359474"/>
                    <a:pt x="296990" y="386334"/>
                  </a:cubicBezTo>
                  <a:cubicBezTo>
                    <a:pt x="296990" y="413480"/>
                    <a:pt x="317278" y="431959"/>
                    <a:pt x="345567" y="431959"/>
                  </a:cubicBezTo>
                  <a:cubicBezTo>
                    <a:pt x="373571" y="431959"/>
                    <a:pt x="393859" y="413480"/>
                    <a:pt x="393859" y="386334"/>
                  </a:cubicBezTo>
                  <a:close/>
                  <a:moveTo>
                    <a:pt x="626555" y="379476"/>
                  </a:moveTo>
                  <a:lnTo>
                    <a:pt x="626555" y="470725"/>
                  </a:lnTo>
                  <a:lnTo>
                    <a:pt x="589312" y="470725"/>
                  </a:lnTo>
                  <a:lnTo>
                    <a:pt x="589312" y="384239"/>
                  </a:lnTo>
                  <a:cubicBezTo>
                    <a:pt x="589312" y="355949"/>
                    <a:pt x="575310" y="342233"/>
                    <a:pt x="551498" y="342233"/>
                  </a:cubicBezTo>
                  <a:cubicBezTo>
                    <a:pt x="524923" y="342233"/>
                    <a:pt x="507111" y="358331"/>
                    <a:pt x="507111" y="390239"/>
                  </a:cubicBezTo>
                  <a:lnTo>
                    <a:pt x="507111" y="470725"/>
                  </a:lnTo>
                  <a:lnTo>
                    <a:pt x="469868" y="470725"/>
                  </a:lnTo>
                  <a:lnTo>
                    <a:pt x="469868" y="249555"/>
                  </a:lnTo>
                  <a:lnTo>
                    <a:pt x="507111" y="249555"/>
                  </a:lnTo>
                  <a:lnTo>
                    <a:pt x="507111" y="330041"/>
                  </a:lnTo>
                  <a:cubicBezTo>
                    <a:pt x="519303" y="316897"/>
                    <a:pt x="538067" y="309753"/>
                    <a:pt x="560165" y="309753"/>
                  </a:cubicBezTo>
                  <a:cubicBezTo>
                    <a:pt x="598170" y="309753"/>
                    <a:pt x="626555" y="331470"/>
                    <a:pt x="626555" y="379476"/>
                  </a:cubicBezTo>
                  <a:lnTo>
                    <a:pt x="626555" y="379476"/>
                  </a:lnTo>
                  <a:close/>
                  <a:moveTo>
                    <a:pt x="658559" y="372332"/>
                  </a:moveTo>
                  <a:lnTo>
                    <a:pt x="740569" y="372332"/>
                  </a:lnTo>
                  <a:lnTo>
                    <a:pt x="740569" y="403289"/>
                  </a:lnTo>
                  <a:lnTo>
                    <a:pt x="658559" y="403289"/>
                  </a:lnTo>
                  <a:lnTo>
                    <a:pt x="658559" y="372332"/>
                  </a:lnTo>
                  <a:close/>
                  <a:moveTo>
                    <a:pt x="938689" y="249555"/>
                  </a:moveTo>
                  <a:lnTo>
                    <a:pt x="938689" y="470725"/>
                  </a:lnTo>
                  <a:lnTo>
                    <a:pt x="902875" y="470725"/>
                  </a:lnTo>
                  <a:lnTo>
                    <a:pt x="902875" y="450151"/>
                  </a:lnTo>
                  <a:cubicBezTo>
                    <a:pt x="890397" y="465392"/>
                    <a:pt x="871919" y="472821"/>
                    <a:pt x="850106" y="472821"/>
                  </a:cubicBezTo>
                  <a:cubicBezTo>
                    <a:pt x="803910" y="472821"/>
                    <a:pt x="769620" y="440626"/>
                    <a:pt x="769620" y="391192"/>
                  </a:cubicBezTo>
                  <a:cubicBezTo>
                    <a:pt x="769620" y="341757"/>
                    <a:pt x="803910" y="309848"/>
                    <a:pt x="850106" y="309848"/>
                  </a:cubicBezTo>
                  <a:cubicBezTo>
                    <a:pt x="870680" y="309848"/>
                    <a:pt x="888873" y="316706"/>
                    <a:pt x="901351" y="331280"/>
                  </a:cubicBezTo>
                  <a:lnTo>
                    <a:pt x="901351" y="249555"/>
                  </a:lnTo>
                  <a:lnTo>
                    <a:pt x="938689" y="249555"/>
                  </a:lnTo>
                  <a:close/>
                  <a:moveTo>
                    <a:pt x="902018" y="391097"/>
                  </a:moveTo>
                  <a:cubicBezTo>
                    <a:pt x="902018" y="360712"/>
                    <a:pt x="881444" y="341281"/>
                    <a:pt x="854583" y="341281"/>
                  </a:cubicBezTo>
                  <a:cubicBezTo>
                    <a:pt x="827723" y="341281"/>
                    <a:pt x="807149" y="360617"/>
                    <a:pt x="807149" y="391097"/>
                  </a:cubicBezTo>
                  <a:cubicBezTo>
                    <a:pt x="807149" y="421481"/>
                    <a:pt x="827723" y="440912"/>
                    <a:pt x="854583" y="440912"/>
                  </a:cubicBezTo>
                  <a:cubicBezTo>
                    <a:pt x="881444" y="440912"/>
                    <a:pt x="902018" y="421481"/>
                    <a:pt x="902018" y="391097"/>
                  </a:cubicBezTo>
                  <a:close/>
                  <a:moveTo>
                    <a:pt x="974503" y="262890"/>
                  </a:moveTo>
                  <a:cubicBezTo>
                    <a:pt x="974503" y="250412"/>
                    <a:pt x="984599" y="240506"/>
                    <a:pt x="998315" y="240506"/>
                  </a:cubicBezTo>
                  <a:cubicBezTo>
                    <a:pt x="1012031" y="240506"/>
                    <a:pt x="1022128" y="249746"/>
                    <a:pt x="1022128" y="261938"/>
                  </a:cubicBezTo>
                  <a:cubicBezTo>
                    <a:pt x="1022128" y="275082"/>
                    <a:pt x="1012317" y="285179"/>
                    <a:pt x="998315" y="285179"/>
                  </a:cubicBezTo>
                  <a:cubicBezTo>
                    <a:pt x="984599" y="285274"/>
                    <a:pt x="974503" y="275463"/>
                    <a:pt x="974503" y="262890"/>
                  </a:cubicBezTo>
                  <a:close/>
                  <a:moveTo>
                    <a:pt x="979551" y="311563"/>
                  </a:moveTo>
                  <a:lnTo>
                    <a:pt x="1016794" y="311563"/>
                  </a:lnTo>
                  <a:lnTo>
                    <a:pt x="1016794" y="470725"/>
                  </a:lnTo>
                  <a:lnTo>
                    <a:pt x="979551" y="470725"/>
                  </a:lnTo>
                  <a:lnTo>
                    <a:pt x="979551" y="311563"/>
                  </a:lnTo>
                  <a:close/>
                  <a:moveTo>
                    <a:pt x="1220248" y="311563"/>
                  </a:moveTo>
                  <a:lnTo>
                    <a:pt x="1220248" y="446627"/>
                  </a:lnTo>
                  <a:cubicBezTo>
                    <a:pt x="1220248" y="504444"/>
                    <a:pt x="1190149" y="530638"/>
                    <a:pt x="1134428" y="530638"/>
                  </a:cubicBezTo>
                  <a:cubicBezTo>
                    <a:pt x="1104614" y="530638"/>
                    <a:pt x="1075087" y="522923"/>
                    <a:pt x="1056894" y="507968"/>
                  </a:cubicBezTo>
                  <a:lnTo>
                    <a:pt x="1073563" y="479965"/>
                  </a:lnTo>
                  <a:cubicBezTo>
                    <a:pt x="1087565" y="491585"/>
                    <a:pt x="1110234" y="499015"/>
                    <a:pt x="1132237" y="499015"/>
                  </a:cubicBezTo>
                  <a:cubicBezTo>
                    <a:pt x="1167384" y="499015"/>
                    <a:pt x="1182910" y="482918"/>
                    <a:pt x="1182910" y="450723"/>
                  </a:cubicBezTo>
                  <a:lnTo>
                    <a:pt x="1182910" y="442341"/>
                  </a:lnTo>
                  <a:cubicBezTo>
                    <a:pt x="1169765" y="456629"/>
                    <a:pt x="1151001" y="463487"/>
                    <a:pt x="1129570" y="463487"/>
                  </a:cubicBezTo>
                  <a:cubicBezTo>
                    <a:pt x="1083945" y="463487"/>
                    <a:pt x="1049084" y="432530"/>
                    <a:pt x="1049084" y="386239"/>
                  </a:cubicBezTo>
                  <a:cubicBezTo>
                    <a:pt x="1049084" y="339947"/>
                    <a:pt x="1083945" y="309658"/>
                    <a:pt x="1129570" y="309658"/>
                  </a:cubicBezTo>
                  <a:cubicBezTo>
                    <a:pt x="1151954" y="309658"/>
                    <a:pt x="1171575" y="316801"/>
                    <a:pt x="1184720" y="332613"/>
                  </a:cubicBezTo>
                  <a:lnTo>
                    <a:pt x="1184720" y="311468"/>
                  </a:lnTo>
                  <a:lnTo>
                    <a:pt x="1220248" y="311563"/>
                  </a:lnTo>
                  <a:lnTo>
                    <a:pt x="1220248" y="311563"/>
                  </a:lnTo>
                  <a:close/>
                  <a:moveTo>
                    <a:pt x="1183577" y="386334"/>
                  </a:moveTo>
                  <a:cubicBezTo>
                    <a:pt x="1183577" y="359474"/>
                    <a:pt x="1163288" y="341281"/>
                    <a:pt x="1135285" y="341281"/>
                  </a:cubicBezTo>
                  <a:cubicBezTo>
                    <a:pt x="1106996" y="341281"/>
                    <a:pt x="1086707" y="359474"/>
                    <a:pt x="1086707" y="386334"/>
                  </a:cubicBezTo>
                  <a:cubicBezTo>
                    <a:pt x="1086707" y="413480"/>
                    <a:pt x="1106996" y="431959"/>
                    <a:pt x="1135285" y="431959"/>
                  </a:cubicBezTo>
                  <a:cubicBezTo>
                    <a:pt x="1163288" y="431959"/>
                    <a:pt x="1183577" y="413480"/>
                    <a:pt x="1183577" y="386334"/>
                  </a:cubicBezTo>
                  <a:close/>
                  <a:moveTo>
                    <a:pt x="1250252" y="262890"/>
                  </a:moveTo>
                  <a:cubicBezTo>
                    <a:pt x="1250252" y="250412"/>
                    <a:pt x="1260348" y="240506"/>
                    <a:pt x="1274064" y="240506"/>
                  </a:cubicBezTo>
                  <a:cubicBezTo>
                    <a:pt x="1287780" y="240506"/>
                    <a:pt x="1297877" y="249746"/>
                    <a:pt x="1297877" y="261938"/>
                  </a:cubicBezTo>
                  <a:cubicBezTo>
                    <a:pt x="1297877" y="275082"/>
                    <a:pt x="1288066" y="285179"/>
                    <a:pt x="1274064" y="285179"/>
                  </a:cubicBezTo>
                  <a:cubicBezTo>
                    <a:pt x="1260443" y="285274"/>
                    <a:pt x="1250252" y="275463"/>
                    <a:pt x="1250252" y="262890"/>
                  </a:cubicBezTo>
                  <a:close/>
                  <a:moveTo>
                    <a:pt x="1255395" y="311468"/>
                  </a:moveTo>
                  <a:lnTo>
                    <a:pt x="1292638" y="311468"/>
                  </a:lnTo>
                  <a:lnTo>
                    <a:pt x="1292638" y="470630"/>
                  </a:lnTo>
                  <a:lnTo>
                    <a:pt x="1255395" y="470630"/>
                  </a:lnTo>
                  <a:lnTo>
                    <a:pt x="1255395" y="311468"/>
                  </a:lnTo>
                  <a:close/>
                  <a:moveTo>
                    <a:pt x="1439418" y="462058"/>
                  </a:moveTo>
                  <a:cubicBezTo>
                    <a:pt x="1430465" y="469201"/>
                    <a:pt x="1417034" y="472821"/>
                    <a:pt x="1403604" y="472821"/>
                  </a:cubicBezTo>
                  <a:cubicBezTo>
                    <a:pt x="1368743" y="472821"/>
                    <a:pt x="1348740" y="454343"/>
                    <a:pt x="1348740" y="419195"/>
                  </a:cubicBezTo>
                  <a:lnTo>
                    <a:pt x="1348740" y="342614"/>
                  </a:lnTo>
                  <a:lnTo>
                    <a:pt x="1322546" y="342614"/>
                  </a:lnTo>
                  <a:lnTo>
                    <a:pt x="1322546" y="312801"/>
                  </a:lnTo>
                  <a:lnTo>
                    <a:pt x="1348740" y="312801"/>
                  </a:lnTo>
                  <a:lnTo>
                    <a:pt x="1348740" y="276416"/>
                  </a:lnTo>
                  <a:lnTo>
                    <a:pt x="1385983" y="276416"/>
                  </a:lnTo>
                  <a:lnTo>
                    <a:pt x="1385983" y="312801"/>
                  </a:lnTo>
                  <a:lnTo>
                    <a:pt x="1428560" y="312801"/>
                  </a:lnTo>
                  <a:lnTo>
                    <a:pt x="1428560" y="342614"/>
                  </a:lnTo>
                  <a:lnTo>
                    <a:pt x="1385983" y="342614"/>
                  </a:lnTo>
                  <a:lnTo>
                    <a:pt x="1385983" y="418338"/>
                  </a:lnTo>
                  <a:cubicBezTo>
                    <a:pt x="1385983" y="433864"/>
                    <a:pt x="1393698" y="442150"/>
                    <a:pt x="1408081" y="442150"/>
                  </a:cubicBezTo>
                  <a:cubicBezTo>
                    <a:pt x="1415796" y="442150"/>
                    <a:pt x="1423321" y="440055"/>
                    <a:pt x="1428941" y="435578"/>
                  </a:cubicBezTo>
                  <a:lnTo>
                    <a:pt x="1439418" y="462058"/>
                  </a:lnTo>
                  <a:lnTo>
                    <a:pt x="1439418" y="462058"/>
                  </a:lnTo>
                  <a:close/>
                  <a:moveTo>
                    <a:pt x="1600772" y="377381"/>
                  </a:moveTo>
                  <a:lnTo>
                    <a:pt x="1600772" y="470725"/>
                  </a:lnTo>
                  <a:lnTo>
                    <a:pt x="1565624" y="470725"/>
                  </a:lnTo>
                  <a:lnTo>
                    <a:pt x="1565624" y="451390"/>
                  </a:lnTo>
                  <a:cubicBezTo>
                    <a:pt x="1556671" y="465106"/>
                    <a:pt x="1539431" y="472821"/>
                    <a:pt x="1515523" y="472821"/>
                  </a:cubicBezTo>
                  <a:cubicBezTo>
                    <a:pt x="1479137" y="472821"/>
                    <a:pt x="1456182" y="452819"/>
                    <a:pt x="1456182" y="425101"/>
                  </a:cubicBezTo>
                  <a:cubicBezTo>
                    <a:pt x="1456182" y="398526"/>
                    <a:pt x="1474089" y="377666"/>
                    <a:pt x="1522381" y="377666"/>
                  </a:cubicBezTo>
                  <a:lnTo>
                    <a:pt x="1563529" y="377666"/>
                  </a:lnTo>
                  <a:lnTo>
                    <a:pt x="1563529" y="375285"/>
                  </a:lnTo>
                  <a:cubicBezTo>
                    <a:pt x="1563529" y="353568"/>
                    <a:pt x="1550384" y="340709"/>
                    <a:pt x="1523905" y="340709"/>
                  </a:cubicBezTo>
                  <a:cubicBezTo>
                    <a:pt x="1505998" y="340709"/>
                    <a:pt x="1487519" y="346710"/>
                    <a:pt x="1475613" y="356521"/>
                  </a:cubicBezTo>
                  <a:lnTo>
                    <a:pt x="1461040" y="329375"/>
                  </a:lnTo>
                  <a:cubicBezTo>
                    <a:pt x="1477994" y="316230"/>
                    <a:pt x="1502759" y="309658"/>
                    <a:pt x="1528382" y="309658"/>
                  </a:cubicBezTo>
                  <a:cubicBezTo>
                    <a:pt x="1574197" y="309753"/>
                    <a:pt x="1600772" y="331470"/>
                    <a:pt x="1600772" y="377381"/>
                  </a:cubicBezTo>
                  <a:lnTo>
                    <a:pt x="1600772" y="377381"/>
                  </a:lnTo>
                  <a:close/>
                  <a:moveTo>
                    <a:pt x="1563434" y="420910"/>
                  </a:moveTo>
                  <a:lnTo>
                    <a:pt x="1563434" y="402431"/>
                  </a:lnTo>
                  <a:lnTo>
                    <a:pt x="1524953" y="402431"/>
                  </a:lnTo>
                  <a:cubicBezTo>
                    <a:pt x="1499616" y="402431"/>
                    <a:pt x="1492758" y="411956"/>
                    <a:pt x="1492758" y="423577"/>
                  </a:cubicBezTo>
                  <a:cubicBezTo>
                    <a:pt x="1492758" y="437007"/>
                    <a:pt x="1504093" y="445675"/>
                    <a:pt x="1523143" y="445675"/>
                  </a:cubicBezTo>
                  <a:cubicBezTo>
                    <a:pt x="1541431" y="445675"/>
                    <a:pt x="1557242" y="437293"/>
                    <a:pt x="1563434" y="420910"/>
                  </a:cubicBezTo>
                  <a:close/>
                  <a:moveTo>
                    <a:pt x="1635062" y="249460"/>
                  </a:moveTo>
                  <a:lnTo>
                    <a:pt x="1672304" y="249460"/>
                  </a:lnTo>
                  <a:lnTo>
                    <a:pt x="1672304" y="470630"/>
                  </a:lnTo>
                  <a:lnTo>
                    <a:pt x="1635062" y="470630"/>
                  </a:lnTo>
                  <a:cubicBezTo>
                    <a:pt x="1635062" y="470725"/>
                    <a:pt x="1635062" y="249555"/>
                    <a:pt x="1635062" y="249460"/>
                  </a:cubicBezTo>
                  <a:close/>
                  <a:moveTo>
                    <a:pt x="621316" y="700850"/>
                  </a:moveTo>
                  <a:cubicBezTo>
                    <a:pt x="621316" y="750380"/>
                    <a:pt x="587026" y="782574"/>
                    <a:pt x="540544" y="782574"/>
                  </a:cubicBezTo>
                  <a:cubicBezTo>
                    <a:pt x="520256" y="782574"/>
                    <a:pt x="502348" y="775716"/>
                    <a:pt x="489585" y="761143"/>
                  </a:cubicBezTo>
                  <a:lnTo>
                    <a:pt x="489585" y="838390"/>
                  </a:lnTo>
                  <a:lnTo>
                    <a:pt x="452342" y="838390"/>
                  </a:lnTo>
                  <a:lnTo>
                    <a:pt x="452342" y="621316"/>
                  </a:lnTo>
                  <a:lnTo>
                    <a:pt x="487775" y="621316"/>
                  </a:lnTo>
                  <a:lnTo>
                    <a:pt x="487775" y="642176"/>
                  </a:lnTo>
                  <a:cubicBezTo>
                    <a:pt x="500253" y="626936"/>
                    <a:pt x="518732" y="619506"/>
                    <a:pt x="540544" y="619506"/>
                  </a:cubicBezTo>
                  <a:cubicBezTo>
                    <a:pt x="587026" y="619506"/>
                    <a:pt x="621316" y="651701"/>
                    <a:pt x="621316" y="700850"/>
                  </a:cubicBezTo>
                  <a:lnTo>
                    <a:pt x="621316" y="700850"/>
                  </a:lnTo>
                  <a:close/>
                  <a:moveTo>
                    <a:pt x="583406" y="700850"/>
                  </a:moveTo>
                  <a:cubicBezTo>
                    <a:pt x="583406" y="670465"/>
                    <a:pt x="563118" y="651034"/>
                    <a:pt x="536353" y="651034"/>
                  </a:cubicBezTo>
                  <a:cubicBezTo>
                    <a:pt x="509492" y="651034"/>
                    <a:pt x="488918" y="670370"/>
                    <a:pt x="488918" y="700850"/>
                  </a:cubicBezTo>
                  <a:cubicBezTo>
                    <a:pt x="488918" y="731234"/>
                    <a:pt x="509492" y="750665"/>
                    <a:pt x="536353" y="750665"/>
                  </a:cubicBezTo>
                  <a:cubicBezTo>
                    <a:pt x="563118" y="750665"/>
                    <a:pt x="583406" y="731234"/>
                    <a:pt x="583406" y="700850"/>
                  </a:cubicBezTo>
                  <a:close/>
                  <a:moveTo>
                    <a:pt x="648938" y="559308"/>
                  </a:moveTo>
                  <a:lnTo>
                    <a:pt x="686181" y="559308"/>
                  </a:lnTo>
                  <a:lnTo>
                    <a:pt x="686181" y="780479"/>
                  </a:lnTo>
                  <a:lnTo>
                    <a:pt x="648938" y="780479"/>
                  </a:lnTo>
                  <a:lnTo>
                    <a:pt x="648938" y="559308"/>
                  </a:lnTo>
                  <a:close/>
                  <a:moveTo>
                    <a:pt x="862203" y="687134"/>
                  </a:moveTo>
                  <a:lnTo>
                    <a:pt x="862203" y="780383"/>
                  </a:lnTo>
                  <a:lnTo>
                    <a:pt x="827056" y="780383"/>
                  </a:lnTo>
                  <a:lnTo>
                    <a:pt x="827056" y="761048"/>
                  </a:lnTo>
                  <a:cubicBezTo>
                    <a:pt x="818102" y="774763"/>
                    <a:pt x="800862" y="782479"/>
                    <a:pt x="776954" y="782479"/>
                  </a:cubicBezTo>
                  <a:cubicBezTo>
                    <a:pt x="740569" y="782479"/>
                    <a:pt x="717614" y="762476"/>
                    <a:pt x="717614" y="734759"/>
                  </a:cubicBezTo>
                  <a:cubicBezTo>
                    <a:pt x="717614" y="708184"/>
                    <a:pt x="735521" y="687324"/>
                    <a:pt x="783812" y="687324"/>
                  </a:cubicBezTo>
                  <a:lnTo>
                    <a:pt x="824960" y="687324"/>
                  </a:lnTo>
                  <a:lnTo>
                    <a:pt x="824960" y="684943"/>
                  </a:lnTo>
                  <a:cubicBezTo>
                    <a:pt x="824960" y="663226"/>
                    <a:pt x="811816" y="650367"/>
                    <a:pt x="785336" y="650367"/>
                  </a:cubicBezTo>
                  <a:cubicBezTo>
                    <a:pt x="767429" y="650367"/>
                    <a:pt x="748951" y="656368"/>
                    <a:pt x="737045" y="666179"/>
                  </a:cubicBezTo>
                  <a:lnTo>
                    <a:pt x="722471" y="639032"/>
                  </a:lnTo>
                  <a:cubicBezTo>
                    <a:pt x="739426" y="625888"/>
                    <a:pt x="764191" y="619315"/>
                    <a:pt x="789813" y="619315"/>
                  </a:cubicBezTo>
                  <a:cubicBezTo>
                    <a:pt x="835724" y="619506"/>
                    <a:pt x="862203" y="641223"/>
                    <a:pt x="862203" y="687134"/>
                  </a:cubicBezTo>
                  <a:lnTo>
                    <a:pt x="862203" y="687134"/>
                  </a:lnTo>
                  <a:close/>
                  <a:moveTo>
                    <a:pt x="824960" y="730663"/>
                  </a:moveTo>
                  <a:lnTo>
                    <a:pt x="824960" y="712184"/>
                  </a:lnTo>
                  <a:lnTo>
                    <a:pt x="786479" y="712184"/>
                  </a:lnTo>
                  <a:cubicBezTo>
                    <a:pt x="761143" y="712184"/>
                    <a:pt x="754285" y="721709"/>
                    <a:pt x="754285" y="733330"/>
                  </a:cubicBezTo>
                  <a:cubicBezTo>
                    <a:pt x="754285" y="746760"/>
                    <a:pt x="765620" y="755428"/>
                    <a:pt x="784670" y="755428"/>
                  </a:cubicBezTo>
                  <a:cubicBezTo>
                    <a:pt x="802957" y="755428"/>
                    <a:pt x="818769" y="747046"/>
                    <a:pt x="824960" y="730663"/>
                  </a:cubicBezTo>
                  <a:close/>
                  <a:moveTo>
                    <a:pt x="891540" y="700850"/>
                  </a:moveTo>
                  <a:cubicBezTo>
                    <a:pt x="891540" y="653129"/>
                    <a:pt x="927354" y="619506"/>
                    <a:pt x="977646" y="619506"/>
                  </a:cubicBezTo>
                  <a:cubicBezTo>
                    <a:pt x="1008602" y="619506"/>
                    <a:pt x="1033367" y="632365"/>
                    <a:pt x="1045655" y="656463"/>
                  </a:cubicBezTo>
                  <a:lnTo>
                    <a:pt x="1017080" y="673132"/>
                  </a:lnTo>
                  <a:cubicBezTo>
                    <a:pt x="1007555" y="657892"/>
                    <a:pt x="993267" y="651034"/>
                    <a:pt x="977456" y="651034"/>
                  </a:cubicBezTo>
                  <a:cubicBezTo>
                    <a:pt x="950024" y="651034"/>
                    <a:pt x="929164" y="670084"/>
                    <a:pt x="929164" y="700850"/>
                  </a:cubicBezTo>
                  <a:cubicBezTo>
                    <a:pt x="929164" y="731806"/>
                    <a:pt x="950024" y="750665"/>
                    <a:pt x="977456" y="750665"/>
                  </a:cubicBezTo>
                  <a:cubicBezTo>
                    <a:pt x="993267" y="750665"/>
                    <a:pt x="1007555" y="743807"/>
                    <a:pt x="1017080" y="728567"/>
                  </a:cubicBezTo>
                  <a:lnTo>
                    <a:pt x="1045655" y="745236"/>
                  </a:lnTo>
                  <a:cubicBezTo>
                    <a:pt x="1033463" y="769049"/>
                    <a:pt x="1008698" y="782479"/>
                    <a:pt x="977646" y="782479"/>
                  </a:cubicBezTo>
                  <a:cubicBezTo>
                    <a:pt x="927354" y="782574"/>
                    <a:pt x="891540" y="748570"/>
                    <a:pt x="891540" y="700850"/>
                  </a:cubicBezTo>
                  <a:lnTo>
                    <a:pt x="891540" y="700850"/>
                  </a:lnTo>
                  <a:close/>
                  <a:moveTo>
                    <a:pt x="1227582" y="712756"/>
                  </a:moveTo>
                  <a:lnTo>
                    <a:pt x="1102709" y="712756"/>
                  </a:lnTo>
                  <a:cubicBezTo>
                    <a:pt x="1107186" y="735997"/>
                    <a:pt x="1126522" y="750951"/>
                    <a:pt x="1154240" y="750951"/>
                  </a:cubicBezTo>
                  <a:cubicBezTo>
                    <a:pt x="1172147" y="750951"/>
                    <a:pt x="1186148" y="745331"/>
                    <a:pt x="1197483" y="733711"/>
                  </a:cubicBezTo>
                  <a:lnTo>
                    <a:pt x="1217486" y="756666"/>
                  </a:lnTo>
                  <a:cubicBezTo>
                    <a:pt x="1203198" y="773621"/>
                    <a:pt x="1180814" y="782574"/>
                    <a:pt x="1153382" y="782574"/>
                  </a:cubicBezTo>
                  <a:cubicBezTo>
                    <a:pt x="1100042" y="782574"/>
                    <a:pt x="1065467" y="748284"/>
                    <a:pt x="1065467" y="700850"/>
                  </a:cubicBezTo>
                  <a:cubicBezTo>
                    <a:pt x="1065467" y="653415"/>
                    <a:pt x="1100328" y="619506"/>
                    <a:pt x="1147763" y="619506"/>
                  </a:cubicBezTo>
                  <a:cubicBezTo>
                    <a:pt x="1194245" y="619506"/>
                    <a:pt x="1228249" y="651986"/>
                    <a:pt x="1228249" y="701802"/>
                  </a:cubicBezTo>
                  <a:cubicBezTo>
                    <a:pt x="1228154" y="704755"/>
                    <a:pt x="1227868" y="709232"/>
                    <a:pt x="1227582" y="712756"/>
                  </a:cubicBezTo>
                  <a:lnTo>
                    <a:pt x="1227582" y="712756"/>
                  </a:lnTo>
                  <a:close/>
                  <a:moveTo>
                    <a:pt x="1104614" y="688086"/>
                  </a:moveTo>
                  <a:lnTo>
                    <a:pt x="1194911" y="688086"/>
                  </a:lnTo>
                  <a:cubicBezTo>
                    <a:pt x="1191959" y="665131"/>
                    <a:pt x="1174337" y="649319"/>
                    <a:pt x="1149858" y="649319"/>
                  </a:cubicBezTo>
                  <a:cubicBezTo>
                    <a:pt x="1125855" y="649319"/>
                    <a:pt x="1108234" y="664750"/>
                    <a:pt x="1104614" y="688086"/>
                  </a:cubicBezTo>
                  <a:lnTo>
                    <a:pt x="1104614" y="688086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1602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avec visuel modifi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10">
            <a:extLst>
              <a:ext uri="{FF2B5EF4-FFF2-40B4-BE49-F238E27FC236}">
                <a16:creationId xmlns:a16="http://schemas.microsoft.com/office/drawing/2014/main" id="{DA972254-B8C7-352C-A7F7-C321AA81EC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" y="0"/>
            <a:ext cx="12191998" cy="6858000"/>
          </a:xfrm>
          <a:solidFill>
            <a:schemeClr val="bg1">
              <a:lumMod val="95000"/>
            </a:schemeClr>
          </a:solidFill>
        </p:spPr>
        <p:txBody>
          <a:bodyPr tIns="126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Sélectionner l’icône pour insérer une image, puis disposer l’image en arrière plan </a:t>
            </a:r>
            <a:br>
              <a:rPr lang="fr-FR" noProof="0"/>
            </a:br>
            <a:r>
              <a:rPr lang="fr-FR" noProof="0"/>
              <a:t>(Sélectionner l’image avec le bouton droit de la souris / Mettre à l’arrière plan)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698406" y="2486528"/>
            <a:ext cx="7623644" cy="720000"/>
          </a:xfrm>
        </p:spPr>
        <p:txBody>
          <a:bodyPr/>
          <a:lstStyle>
            <a:lvl1pPr marL="0" indent="0" algn="l">
              <a:lnSpc>
                <a:spcPct val="98000"/>
              </a:lnSpc>
              <a:spcAft>
                <a:spcPts val="0"/>
              </a:spcAft>
              <a:buNone/>
              <a:defRPr sz="1850" spc="0" baseline="0">
                <a:solidFill>
                  <a:schemeClr val="bg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Sous-titre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78000"/>
            <a:ext cx="180000" cy="180000"/>
          </a:xfrm>
          <a:prstGeom prst="rect">
            <a:avLst/>
          </a:prstGeo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/>
              <a:t>Démonstration 1 | AIFE - Données essentielles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3698406" y="925512"/>
            <a:ext cx="7623644" cy="1401077"/>
          </a:xfrm>
        </p:spPr>
        <p:txBody>
          <a:bodyPr/>
          <a:lstStyle>
            <a:lvl1pPr>
              <a:lnSpc>
                <a:spcPct val="96000"/>
              </a:lnSpc>
              <a:defRPr sz="3350" spc="-7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03C77511-5E8C-2F3B-7565-6261875DE3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30000" y="477439"/>
            <a:ext cx="3009600" cy="597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428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fond bleu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675AE2-95DD-D250-B91E-50BBDAB3D5C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9000">
                <a:schemeClr val="accent6"/>
              </a:gs>
              <a:gs pos="18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51684" y="2827899"/>
            <a:ext cx="8475456" cy="720000"/>
          </a:xfrm>
        </p:spPr>
        <p:txBody>
          <a:bodyPr/>
          <a:lstStyle>
            <a:lvl1pPr marL="0" indent="0" algn="l">
              <a:lnSpc>
                <a:spcPct val="98000"/>
              </a:lnSpc>
              <a:spcAft>
                <a:spcPts val="0"/>
              </a:spcAft>
              <a:buNone/>
              <a:defRPr sz="1850" spc="0" baseline="0">
                <a:solidFill>
                  <a:schemeClr val="accent3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Sous-titre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/>
              <a:t>Démonstration 1 | AIFE - Données essentielles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3251684" y="1132162"/>
            <a:ext cx="8475456" cy="1440000"/>
          </a:xfrm>
        </p:spPr>
        <p:txBody>
          <a:bodyPr/>
          <a:lstStyle>
            <a:lvl1pPr>
              <a:lnSpc>
                <a:spcPct val="96000"/>
              </a:lnSpc>
              <a:defRPr sz="4000" spc="-70" baseline="0">
                <a:solidFill>
                  <a:schemeClr val="accent3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66D5BBF-E164-98CF-E090-C75CDA8AF1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328" y="332655"/>
            <a:ext cx="3024335" cy="600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6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fond blanc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graphisme&#10;&#10;Description générée automatiquement">
            <a:extLst>
              <a:ext uri="{FF2B5EF4-FFF2-40B4-BE49-F238E27FC236}">
                <a16:creationId xmlns:a16="http://schemas.microsoft.com/office/drawing/2014/main" id="{3A95FB99-33E9-D42C-C60F-62CB442B99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28" y="332655"/>
            <a:ext cx="3024336" cy="6005141"/>
          </a:xfrm>
          <a:prstGeom prst="rect">
            <a:avLst/>
          </a:prstGeom>
        </p:spPr>
      </p:pic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251684" y="2827899"/>
            <a:ext cx="8475456" cy="720000"/>
          </a:xfrm>
        </p:spPr>
        <p:txBody>
          <a:bodyPr/>
          <a:lstStyle>
            <a:lvl1pPr marL="0" indent="0" algn="l">
              <a:lnSpc>
                <a:spcPct val="98000"/>
              </a:lnSpc>
              <a:spcAft>
                <a:spcPts val="0"/>
              </a:spcAft>
              <a:buNone/>
              <a:defRPr sz="1850" spc="0" baseline="0">
                <a:solidFill>
                  <a:schemeClr val="bg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Sous-titre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fr-FR"/>
              <a:t>Démonstration 1 | AIFE - Données essentielles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78000"/>
            <a:ext cx="180000" cy="180000"/>
          </a:xfrm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3251684" y="1132162"/>
            <a:ext cx="8475456" cy="1440000"/>
          </a:xfrm>
        </p:spPr>
        <p:txBody>
          <a:bodyPr/>
          <a:lstStyle>
            <a:lvl1pPr>
              <a:lnSpc>
                <a:spcPct val="96000"/>
              </a:lnSpc>
              <a:defRPr sz="4000" spc="-70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10493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maire_titre_saisiss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6AC59-1B62-C67F-7D2C-A09D5C1F48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990000" y="631575"/>
            <a:ext cx="10314000" cy="900100"/>
          </a:xfrm>
        </p:spPr>
        <p:txBody>
          <a:bodyPr/>
          <a:lstStyle>
            <a:lvl1pPr>
              <a:defRPr sz="5850" b="1" spc="60" baseline="0">
                <a:ln w="25400">
                  <a:noFill/>
                  <a:miter lim="800000"/>
                </a:ln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30924E6-C8C6-2A60-D0B9-2D29915CD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1925E1B-CD87-C0CF-F62E-A3CDC31B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02CEBC96-3D49-C8D7-B507-344FABC293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990000" y="2476392"/>
            <a:ext cx="641504" cy="3438000"/>
          </a:xfrm>
        </p:spPr>
        <p:txBody>
          <a:bodyPr/>
          <a:lstStyle>
            <a:lvl1pPr algn="l">
              <a:lnSpc>
                <a:spcPct val="100000"/>
              </a:lnSpc>
              <a:spcAft>
                <a:spcPts val="1600"/>
              </a:spcAft>
              <a:defRPr sz="1850" b="1" spc="-5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OO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1B180CB1-50C3-E17D-8A1D-68A1A71D88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706400" y="2476392"/>
            <a:ext cx="9597600" cy="3438000"/>
          </a:xfrm>
        </p:spPr>
        <p:txBody>
          <a:bodyPr/>
          <a:lstStyle>
            <a:lvl1pPr>
              <a:lnSpc>
                <a:spcPct val="100000"/>
              </a:lnSpc>
              <a:spcAft>
                <a:spcPts val="1600"/>
              </a:spcAft>
              <a:defRPr sz="1850">
                <a:latin typeface="Montserrat Light" pitchFamily="2" charset="0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7" name="Graphique 10">
            <a:extLst>
              <a:ext uri="{FF2B5EF4-FFF2-40B4-BE49-F238E27FC236}">
                <a16:creationId xmlns:a16="http://schemas.microsoft.com/office/drawing/2014/main" id="{27C61F11-D4F4-9F4C-CBAC-DF596BBF751F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7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F5EEA8A-D07F-AC26-6F60-E18584613744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52051" y="925513"/>
            <a:ext cx="3651949" cy="4999037"/>
          </a:xfrm>
          <a:noFill/>
        </p:spPr>
        <p:txBody>
          <a:bodyPr lIns="0" tIns="0" rIns="0" bIns="0" anchor="ctr" anchorCtr="0"/>
          <a:lstStyle>
            <a:lvl1pPr>
              <a:lnSpc>
                <a:spcPct val="105000"/>
              </a:lnSpc>
              <a:spcAft>
                <a:spcPts val="0"/>
              </a:spcAft>
              <a:defRPr sz="250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Titre du chapitre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4D05D4A-A5D5-0A5D-4B58-3845105F74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D59984FF-42CE-3355-E1CB-CCDD04F2C6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Titre 2"/>
          <p:cNvSpPr>
            <a:spLocks noGrp="1"/>
          </p:cNvSpPr>
          <p:nvPr>
            <p:ph type="title" hasCustomPrompt="1"/>
          </p:nvPr>
        </p:nvSpPr>
        <p:spPr bwMode="gray">
          <a:xfrm>
            <a:off x="5040000" y="925513"/>
            <a:ext cx="2232248" cy="5000400"/>
          </a:xfrm>
        </p:spPr>
        <p:txBody>
          <a:bodyPr anchor="ctr" anchorCtr="0"/>
          <a:lstStyle>
            <a:lvl1pPr>
              <a:lnSpc>
                <a:spcPct val="100000"/>
              </a:lnSpc>
              <a:defRPr sz="24500" b="1">
                <a:ln w="63500">
                  <a:noFill/>
                  <a:miter lim="800000"/>
                </a:ln>
                <a:solidFill>
                  <a:schemeClr val="bg1">
                    <a:alpha val="75000"/>
                  </a:schemeClr>
                </a:solidFill>
                <a:latin typeface="+mn-lt"/>
              </a:defRPr>
            </a:lvl1pPr>
          </a:lstStyle>
          <a:p>
            <a:r>
              <a:rPr lang="fr-FR" noProof="0"/>
              <a:t>0</a:t>
            </a:r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B0657770-D2A4-4745-DE05-B30D6C949207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4" name="Graphique 13">
            <a:extLst>
              <a:ext uri="{FF2B5EF4-FFF2-40B4-BE49-F238E27FC236}">
                <a16:creationId xmlns:a16="http://schemas.microsoft.com/office/drawing/2014/main" id="{B3840B93-FF6A-995E-7A9A-91811E489D3E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90001" y="2313000"/>
            <a:ext cx="3670196" cy="2232000"/>
            <a:chOff x="5815202" y="3253263"/>
            <a:chExt cx="568547" cy="345757"/>
          </a:xfrm>
          <a:solidFill>
            <a:schemeClr val="bg1">
              <a:alpha val="75000"/>
            </a:schemeClr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66F5036B-58BF-E0C4-16D7-F4C0259BEC0D}"/>
                </a:ext>
              </a:extLst>
            </p:cNvPr>
            <p:cNvSpPr/>
            <p:nvPr/>
          </p:nvSpPr>
          <p:spPr bwMode="gray">
            <a:xfrm>
              <a:off x="5815202" y="3253263"/>
              <a:ext cx="172878" cy="345757"/>
            </a:xfrm>
            <a:custGeom>
              <a:avLst/>
              <a:gdLst>
                <a:gd name="connsiteX0" fmla="*/ 172879 w 172878"/>
                <a:gd name="connsiteY0" fmla="*/ 345758 h 345757"/>
                <a:gd name="connsiteX1" fmla="*/ 0 w 172878"/>
                <a:gd name="connsiteY1" fmla="*/ 172879 h 345757"/>
                <a:gd name="connsiteX2" fmla="*/ 172879 w 172878"/>
                <a:gd name="connsiteY2" fmla="*/ 0 h 345757"/>
                <a:gd name="connsiteX3" fmla="*/ 172879 w 172878"/>
                <a:gd name="connsiteY3" fmla="*/ 71057 h 345757"/>
                <a:gd name="connsiteX4" fmla="*/ 71057 w 172878"/>
                <a:gd name="connsiteY4" fmla="*/ 172879 h 345757"/>
                <a:gd name="connsiteX5" fmla="*/ 172879 w 172878"/>
                <a:gd name="connsiteY5" fmla="*/ 274701 h 345757"/>
                <a:gd name="connsiteX6" fmla="*/ 172879 w 172878"/>
                <a:gd name="connsiteY6" fmla="*/ 345758 h 345757"/>
                <a:gd name="connsiteX7" fmla="*/ 172879 w 172878"/>
                <a:gd name="connsiteY7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878" h="345757">
                  <a:moveTo>
                    <a:pt x="172879" y="345758"/>
                  </a:moveTo>
                  <a:cubicBezTo>
                    <a:pt x="77534" y="345758"/>
                    <a:pt x="0" y="268224"/>
                    <a:pt x="0" y="172879"/>
                  </a:cubicBezTo>
                  <a:cubicBezTo>
                    <a:pt x="0" y="77533"/>
                    <a:pt x="77534" y="0"/>
                    <a:pt x="172879" y="0"/>
                  </a:cubicBezTo>
                  <a:lnTo>
                    <a:pt x="172879" y="71057"/>
                  </a:lnTo>
                  <a:cubicBezTo>
                    <a:pt x="116777" y="71057"/>
                    <a:pt x="71057" y="116681"/>
                    <a:pt x="71057" y="172879"/>
                  </a:cubicBezTo>
                  <a:cubicBezTo>
                    <a:pt x="71057" y="228981"/>
                    <a:pt x="116681" y="274701"/>
                    <a:pt x="172879" y="274701"/>
                  </a:cubicBezTo>
                  <a:lnTo>
                    <a:pt x="172879" y="345758"/>
                  </a:lnTo>
                  <a:lnTo>
                    <a:pt x="172879" y="3457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4F66DEE9-DF8D-1976-F921-B8D38D5A93EF}"/>
                </a:ext>
              </a:extLst>
            </p:cNvPr>
            <p:cNvSpPr/>
            <p:nvPr/>
          </p:nvSpPr>
          <p:spPr bwMode="gray">
            <a:xfrm>
              <a:off x="6210871" y="3253263"/>
              <a:ext cx="172878" cy="345757"/>
            </a:xfrm>
            <a:custGeom>
              <a:avLst/>
              <a:gdLst>
                <a:gd name="connsiteX0" fmla="*/ 0 w 172878"/>
                <a:gd name="connsiteY0" fmla="*/ 345758 h 345757"/>
                <a:gd name="connsiteX1" fmla="*/ 0 w 172878"/>
                <a:gd name="connsiteY1" fmla="*/ 274701 h 345757"/>
                <a:gd name="connsiteX2" fmla="*/ 101822 w 172878"/>
                <a:gd name="connsiteY2" fmla="*/ 172879 h 345757"/>
                <a:gd name="connsiteX3" fmla="*/ 0 w 172878"/>
                <a:gd name="connsiteY3" fmla="*/ 71057 h 345757"/>
                <a:gd name="connsiteX4" fmla="*/ 0 w 172878"/>
                <a:gd name="connsiteY4" fmla="*/ 0 h 345757"/>
                <a:gd name="connsiteX5" fmla="*/ 172879 w 172878"/>
                <a:gd name="connsiteY5" fmla="*/ 172879 h 345757"/>
                <a:gd name="connsiteX6" fmla="*/ 0 w 172878"/>
                <a:gd name="connsiteY6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878" h="345757">
                  <a:moveTo>
                    <a:pt x="0" y="345758"/>
                  </a:moveTo>
                  <a:lnTo>
                    <a:pt x="0" y="274701"/>
                  </a:lnTo>
                  <a:cubicBezTo>
                    <a:pt x="56102" y="274701"/>
                    <a:pt x="101822" y="229076"/>
                    <a:pt x="101822" y="172879"/>
                  </a:cubicBezTo>
                  <a:cubicBezTo>
                    <a:pt x="101822" y="116681"/>
                    <a:pt x="56197" y="71057"/>
                    <a:pt x="0" y="71057"/>
                  </a:cubicBezTo>
                  <a:lnTo>
                    <a:pt x="0" y="0"/>
                  </a:lnTo>
                  <a:cubicBezTo>
                    <a:pt x="95345" y="0"/>
                    <a:pt x="172879" y="77533"/>
                    <a:pt x="172879" y="172879"/>
                  </a:cubicBezTo>
                  <a:cubicBezTo>
                    <a:pt x="172879" y="268224"/>
                    <a:pt x="95250" y="345758"/>
                    <a:pt x="0" y="34575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F5EEA8A-D07F-AC26-6F60-E18584613744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0000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52051" y="925513"/>
            <a:ext cx="3651949" cy="4999037"/>
          </a:xfrm>
          <a:noFill/>
        </p:spPr>
        <p:txBody>
          <a:bodyPr lIns="0" tIns="0" rIns="0" bIns="0" anchor="ctr" anchorCtr="0"/>
          <a:lstStyle>
            <a:lvl1pPr>
              <a:lnSpc>
                <a:spcPct val="105000"/>
              </a:lnSpc>
              <a:spcAft>
                <a:spcPts val="0"/>
              </a:spcAft>
              <a:defRPr sz="250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Titre du chapitre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4D05D4A-A5D5-0A5D-4B58-3845105F74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D59984FF-42CE-3355-E1CB-CCDD04F2C6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Titre 2"/>
          <p:cNvSpPr>
            <a:spLocks noGrp="1"/>
          </p:cNvSpPr>
          <p:nvPr>
            <p:ph type="title" hasCustomPrompt="1"/>
          </p:nvPr>
        </p:nvSpPr>
        <p:spPr bwMode="gray">
          <a:xfrm>
            <a:off x="5040000" y="925513"/>
            <a:ext cx="2232248" cy="5000400"/>
          </a:xfrm>
        </p:spPr>
        <p:txBody>
          <a:bodyPr anchor="ctr" anchorCtr="0"/>
          <a:lstStyle>
            <a:lvl1pPr>
              <a:lnSpc>
                <a:spcPct val="100000"/>
              </a:lnSpc>
              <a:defRPr sz="24500" b="1">
                <a:ln w="63500">
                  <a:noFill/>
                  <a:miter lim="800000"/>
                </a:ln>
                <a:solidFill>
                  <a:schemeClr val="bg1">
                    <a:alpha val="75000"/>
                  </a:schemeClr>
                </a:solidFill>
                <a:latin typeface="+mn-lt"/>
              </a:defRPr>
            </a:lvl1pPr>
          </a:lstStyle>
          <a:p>
            <a:r>
              <a:rPr lang="fr-FR" noProof="0"/>
              <a:t>0</a:t>
            </a:r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B0657770-D2A4-4745-DE05-B30D6C949207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4" name="Graphique 13">
            <a:extLst>
              <a:ext uri="{FF2B5EF4-FFF2-40B4-BE49-F238E27FC236}">
                <a16:creationId xmlns:a16="http://schemas.microsoft.com/office/drawing/2014/main" id="{B3840B93-FF6A-995E-7A9A-91811E489D3E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90001" y="2313000"/>
            <a:ext cx="3670196" cy="2232000"/>
            <a:chOff x="5815202" y="3253263"/>
            <a:chExt cx="568547" cy="345757"/>
          </a:xfrm>
          <a:solidFill>
            <a:schemeClr val="bg1">
              <a:alpha val="75000"/>
            </a:schemeClr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66F5036B-58BF-E0C4-16D7-F4C0259BEC0D}"/>
                </a:ext>
              </a:extLst>
            </p:cNvPr>
            <p:cNvSpPr/>
            <p:nvPr/>
          </p:nvSpPr>
          <p:spPr bwMode="gray">
            <a:xfrm>
              <a:off x="5815202" y="3253263"/>
              <a:ext cx="172878" cy="345757"/>
            </a:xfrm>
            <a:custGeom>
              <a:avLst/>
              <a:gdLst>
                <a:gd name="connsiteX0" fmla="*/ 172879 w 172878"/>
                <a:gd name="connsiteY0" fmla="*/ 345758 h 345757"/>
                <a:gd name="connsiteX1" fmla="*/ 0 w 172878"/>
                <a:gd name="connsiteY1" fmla="*/ 172879 h 345757"/>
                <a:gd name="connsiteX2" fmla="*/ 172879 w 172878"/>
                <a:gd name="connsiteY2" fmla="*/ 0 h 345757"/>
                <a:gd name="connsiteX3" fmla="*/ 172879 w 172878"/>
                <a:gd name="connsiteY3" fmla="*/ 71057 h 345757"/>
                <a:gd name="connsiteX4" fmla="*/ 71057 w 172878"/>
                <a:gd name="connsiteY4" fmla="*/ 172879 h 345757"/>
                <a:gd name="connsiteX5" fmla="*/ 172879 w 172878"/>
                <a:gd name="connsiteY5" fmla="*/ 274701 h 345757"/>
                <a:gd name="connsiteX6" fmla="*/ 172879 w 172878"/>
                <a:gd name="connsiteY6" fmla="*/ 345758 h 345757"/>
                <a:gd name="connsiteX7" fmla="*/ 172879 w 172878"/>
                <a:gd name="connsiteY7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878" h="345757">
                  <a:moveTo>
                    <a:pt x="172879" y="345758"/>
                  </a:moveTo>
                  <a:cubicBezTo>
                    <a:pt x="77534" y="345758"/>
                    <a:pt x="0" y="268224"/>
                    <a:pt x="0" y="172879"/>
                  </a:cubicBezTo>
                  <a:cubicBezTo>
                    <a:pt x="0" y="77533"/>
                    <a:pt x="77534" y="0"/>
                    <a:pt x="172879" y="0"/>
                  </a:cubicBezTo>
                  <a:lnTo>
                    <a:pt x="172879" y="71057"/>
                  </a:lnTo>
                  <a:cubicBezTo>
                    <a:pt x="116777" y="71057"/>
                    <a:pt x="71057" y="116681"/>
                    <a:pt x="71057" y="172879"/>
                  </a:cubicBezTo>
                  <a:cubicBezTo>
                    <a:pt x="71057" y="228981"/>
                    <a:pt x="116681" y="274701"/>
                    <a:pt x="172879" y="274701"/>
                  </a:cubicBezTo>
                  <a:lnTo>
                    <a:pt x="172879" y="345758"/>
                  </a:lnTo>
                  <a:lnTo>
                    <a:pt x="172879" y="3457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4F66DEE9-DF8D-1976-F921-B8D38D5A93EF}"/>
                </a:ext>
              </a:extLst>
            </p:cNvPr>
            <p:cNvSpPr/>
            <p:nvPr/>
          </p:nvSpPr>
          <p:spPr bwMode="gray">
            <a:xfrm>
              <a:off x="6210871" y="3253263"/>
              <a:ext cx="172878" cy="345757"/>
            </a:xfrm>
            <a:custGeom>
              <a:avLst/>
              <a:gdLst>
                <a:gd name="connsiteX0" fmla="*/ 0 w 172878"/>
                <a:gd name="connsiteY0" fmla="*/ 345758 h 345757"/>
                <a:gd name="connsiteX1" fmla="*/ 0 w 172878"/>
                <a:gd name="connsiteY1" fmla="*/ 274701 h 345757"/>
                <a:gd name="connsiteX2" fmla="*/ 101822 w 172878"/>
                <a:gd name="connsiteY2" fmla="*/ 172879 h 345757"/>
                <a:gd name="connsiteX3" fmla="*/ 0 w 172878"/>
                <a:gd name="connsiteY3" fmla="*/ 71057 h 345757"/>
                <a:gd name="connsiteX4" fmla="*/ 0 w 172878"/>
                <a:gd name="connsiteY4" fmla="*/ 0 h 345757"/>
                <a:gd name="connsiteX5" fmla="*/ 172879 w 172878"/>
                <a:gd name="connsiteY5" fmla="*/ 172879 h 345757"/>
                <a:gd name="connsiteX6" fmla="*/ 0 w 172878"/>
                <a:gd name="connsiteY6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878" h="345757">
                  <a:moveTo>
                    <a:pt x="0" y="345758"/>
                  </a:moveTo>
                  <a:lnTo>
                    <a:pt x="0" y="274701"/>
                  </a:lnTo>
                  <a:cubicBezTo>
                    <a:pt x="56102" y="274701"/>
                    <a:pt x="101822" y="229076"/>
                    <a:pt x="101822" y="172879"/>
                  </a:cubicBezTo>
                  <a:cubicBezTo>
                    <a:pt x="101822" y="116681"/>
                    <a:pt x="56197" y="71057"/>
                    <a:pt x="0" y="71057"/>
                  </a:cubicBezTo>
                  <a:lnTo>
                    <a:pt x="0" y="0"/>
                  </a:lnTo>
                  <a:cubicBezTo>
                    <a:pt x="95345" y="0"/>
                    <a:pt x="172879" y="77533"/>
                    <a:pt x="172879" y="172879"/>
                  </a:cubicBezTo>
                  <a:cubicBezTo>
                    <a:pt x="172879" y="268224"/>
                    <a:pt x="95250" y="345758"/>
                    <a:pt x="0" y="34575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27037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 bleu c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F5EEA8A-D07F-AC26-6F60-E18584613744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52051" y="925513"/>
            <a:ext cx="3651949" cy="4999037"/>
          </a:xfrm>
          <a:noFill/>
        </p:spPr>
        <p:txBody>
          <a:bodyPr lIns="0" tIns="0" rIns="0" bIns="0" anchor="ctr" anchorCtr="0"/>
          <a:lstStyle>
            <a:lvl1pPr>
              <a:lnSpc>
                <a:spcPct val="105000"/>
              </a:lnSpc>
              <a:spcAft>
                <a:spcPts val="0"/>
              </a:spcAft>
              <a:defRPr sz="250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Titre du chapitre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4D05D4A-A5D5-0A5D-4B58-3845105F74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D59984FF-42CE-3355-E1CB-CCDD04F2C6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Titre 2"/>
          <p:cNvSpPr>
            <a:spLocks noGrp="1"/>
          </p:cNvSpPr>
          <p:nvPr>
            <p:ph type="title" hasCustomPrompt="1"/>
          </p:nvPr>
        </p:nvSpPr>
        <p:spPr bwMode="gray">
          <a:xfrm>
            <a:off x="5040000" y="925513"/>
            <a:ext cx="2232248" cy="5000400"/>
          </a:xfrm>
        </p:spPr>
        <p:txBody>
          <a:bodyPr anchor="ctr" anchorCtr="0"/>
          <a:lstStyle>
            <a:lvl1pPr>
              <a:lnSpc>
                <a:spcPct val="100000"/>
              </a:lnSpc>
              <a:defRPr sz="24500" b="1">
                <a:ln w="63500">
                  <a:noFill/>
                  <a:miter lim="800000"/>
                </a:ln>
                <a:solidFill>
                  <a:schemeClr val="bg1">
                    <a:alpha val="75000"/>
                  </a:schemeClr>
                </a:solidFill>
                <a:latin typeface="+mn-lt"/>
              </a:defRPr>
            </a:lvl1pPr>
          </a:lstStyle>
          <a:p>
            <a:r>
              <a:rPr lang="fr-FR" noProof="0"/>
              <a:t>0</a:t>
            </a:r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B0657770-D2A4-4745-DE05-B30D6C949207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4" name="Graphique 13">
            <a:extLst>
              <a:ext uri="{FF2B5EF4-FFF2-40B4-BE49-F238E27FC236}">
                <a16:creationId xmlns:a16="http://schemas.microsoft.com/office/drawing/2014/main" id="{B3840B93-FF6A-995E-7A9A-91811E489D3E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90001" y="2313000"/>
            <a:ext cx="3670196" cy="2232000"/>
            <a:chOff x="5815202" y="3253263"/>
            <a:chExt cx="568547" cy="345757"/>
          </a:xfrm>
          <a:solidFill>
            <a:schemeClr val="bg1">
              <a:alpha val="75000"/>
            </a:schemeClr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66F5036B-58BF-E0C4-16D7-F4C0259BEC0D}"/>
                </a:ext>
              </a:extLst>
            </p:cNvPr>
            <p:cNvSpPr/>
            <p:nvPr/>
          </p:nvSpPr>
          <p:spPr bwMode="gray">
            <a:xfrm>
              <a:off x="5815202" y="3253263"/>
              <a:ext cx="172878" cy="345757"/>
            </a:xfrm>
            <a:custGeom>
              <a:avLst/>
              <a:gdLst>
                <a:gd name="connsiteX0" fmla="*/ 172879 w 172878"/>
                <a:gd name="connsiteY0" fmla="*/ 345758 h 345757"/>
                <a:gd name="connsiteX1" fmla="*/ 0 w 172878"/>
                <a:gd name="connsiteY1" fmla="*/ 172879 h 345757"/>
                <a:gd name="connsiteX2" fmla="*/ 172879 w 172878"/>
                <a:gd name="connsiteY2" fmla="*/ 0 h 345757"/>
                <a:gd name="connsiteX3" fmla="*/ 172879 w 172878"/>
                <a:gd name="connsiteY3" fmla="*/ 71057 h 345757"/>
                <a:gd name="connsiteX4" fmla="*/ 71057 w 172878"/>
                <a:gd name="connsiteY4" fmla="*/ 172879 h 345757"/>
                <a:gd name="connsiteX5" fmla="*/ 172879 w 172878"/>
                <a:gd name="connsiteY5" fmla="*/ 274701 h 345757"/>
                <a:gd name="connsiteX6" fmla="*/ 172879 w 172878"/>
                <a:gd name="connsiteY6" fmla="*/ 345758 h 345757"/>
                <a:gd name="connsiteX7" fmla="*/ 172879 w 172878"/>
                <a:gd name="connsiteY7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878" h="345757">
                  <a:moveTo>
                    <a:pt x="172879" y="345758"/>
                  </a:moveTo>
                  <a:cubicBezTo>
                    <a:pt x="77534" y="345758"/>
                    <a:pt x="0" y="268224"/>
                    <a:pt x="0" y="172879"/>
                  </a:cubicBezTo>
                  <a:cubicBezTo>
                    <a:pt x="0" y="77533"/>
                    <a:pt x="77534" y="0"/>
                    <a:pt x="172879" y="0"/>
                  </a:cubicBezTo>
                  <a:lnTo>
                    <a:pt x="172879" y="71057"/>
                  </a:lnTo>
                  <a:cubicBezTo>
                    <a:pt x="116777" y="71057"/>
                    <a:pt x="71057" y="116681"/>
                    <a:pt x="71057" y="172879"/>
                  </a:cubicBezTo>
                  <a:cubicBezTo>
                    <a:pt x="71057" y="228981"/>
                    <a:pt x="116681" y="274701"/>
                    <a:pt x="172879" y="274701"/>
                  </a:cubicBezTo>
                  <a:lnTo>
                    <a:pt x="172879" y="345758"/>
                  </a:lnTo>
                  <a:lnTo>
                    <a:pt x="172879" y="3457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4F66DEE9-DF8D-1976-F921-B8D38D5A93EF}"/>
                </a:ext>
              </a:extLst>
            </p:cNvPr>
            <p:cNvSpPr/>
            <p:nvPr/>
          </p:nvSpPr>
          <p:spPr bwMode="gray">
            <a:xfrm>
              <a:off x="6210871" y="3253263"/>
              <a:ext cx="172878" cy="345757"/>
            </a:xfrm>
            <a:custGeom>
              <a:avLst/>
              <a:gdLst>
                <a:gd name="connsiteX0" fmla="*/ 0 w 172878"/>
                <a:gd name="connsiteY0" fmla="*/ 345758 h 345757"/>
                <a:gd name="connsiteX1" fmla="*/ 0 w 172878"/>
                <a:gd name="connsiteY1" fmla="*/ 274701 h 345757"/>
                <a:gd name="connsiteX2" fmla="*/ 101822 w 172878"/>
                <a:gd name="connsiteY2" fmla="*/ 172879 h 345757"/>
                <a:gd name="connsiteX3" fmla="*/ 0 w 172878"/>
                <a:gd name="connsiteY3" fmla="*/ 71057 h 345757"/>
                <a:gd name="connsiteX4" fmla="*/ 0 w 172878"/>
                <a:gd name="connsiteY4" fmla="*/ 0 h 345757"/>
                <a:gd name="connsiteX5" fmla="*/ 172879 w 172878"/>
                <a:gd name="connsiteY5" fmla="*/ 172879 h 345757"/>
                <a:gd name="connsiteX6" fmla="*/ 0 w 172878"/>
                <a:gd name="connsiteY6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878" h="345757">
                  <a:moveTo>
                    <a:pt x="0" y="345758"/>
                  </a:moveTo>
                  <a:lnTo>
                    <a:pt x="0" y="274701"/>
                  </a:lnTo>
                  <a:cubicBezTo>
                    <a:pt x="56102" y="274701"/>
                    <a:pt x="101822" y="229076"/>
                    <a:pt x="101822" y="172879"/>
                  </a:cubicBezTo>
                  <a:cubicBezTo>
                    <a:pt x="101822" y="116681"/>
                    <a:pt x="56197" y="71057"/>
                    <a:pt x="0" y="71057"/>
                  </a:cubicBezTo>
                  <a:lnTo>
                    <a:pt x="0" y="0"/>
                  </a:lnTo>
                  <a:cubicBezTo>
                    <a:pt x="95345" y="0"/>
                    <a:pt x="172879" y="77533"/>
                    <a:pt x="172879" y="172879"/>
                  </a:cubicBezTo>
                  <a:cubicBezTo>
                    <a:pt x="172879" y="268224"/>
                    <a:pt x="95250" y="345758"/>
                    <a:pt x="0" y="34575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6441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F5EEA8A-D07F-AC26-6F60-E18584613744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730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52051" y="925513"/>
            <a:ext cx="3651949" cy="4999037"/>
          </a:xfrm>
          <a:noFill/>
        </p:spPr>
        <p:txBody>
          <a:bodyPr lIns="0" tIns="0" rIns="0" bIns="0" anchor="ctr" anchorCtr="0"/>
          <a:lstStyle>
            <a:lvl1pPr>
              <a:lnSpc>
                <a:spcPct val="105000"/>
              </a:lnSpc>
              <a:spcAft>
                <a:spcPts val="0"/>
              </a:spcAft>
              <a:defRPr sz="250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Titre du chapitre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04D05D4A-A5D5-0A5D-4B58-3845105F74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D59984FF-42CE-3355-E1CB-CCDD04F2C6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Titre 2"/>
          <p:cNvSpPr>
            <a:spLocks noGrp="1"/>
          </p:cNvSpPr>
          <p:nvPr>
            <p:ph type="title" hasCustomPrompt="1"/>
          </p:nvPr>
        </p:nvSpPr>
        <p:spPr bwMode="gray">
          <a:xfrm>
            <a:off x="5040000" y="925513"/>
            <a:ext cx="2232248" cy="5000400"/>
          </a:xfrm>
        </p:spPr>
        <p:txBody>
          <a:bodyPr anchor="ctr" anchorCtr="0"/>
          <a:lstStyle>
            <a:lvl1pPr>
              <a:lnSpc>
                <a:spcPct val="100000"/>
              </a:lnSpc>
              <a:defRPr sz="24500" b="1">
                <a:ln w="63500">
                  <a:noFill/>
                  <a:miter lim="800000"/>
                </a:ln>
                <a:solidFill>
                  <a:schemeClr val="bg1">
                    <a:alpha val="75000"/>
                  </a:schemeClr>
                </a:solidFill>
                <a:latin typeface="+mn-lt"/>
              </a:defRPr>
            </a:lvl1pPr>
          </a:lstStyle>
          <a:p>
            <a:r>
              <a:rPr lang="fr-FR" noProof="0"/>
              <a:t>0</a:t>
            </a:r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B0657770-D2A4-4745-DE05-B30D6C949207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4" name="Graphique 13">
            <a:extLst>
              <a:ext uri="{FF2B5EF4-FFF2-40B4-BE49-F238E27FC236}">
                <a16:creationId xmlns:a16="http://schemas.microsoft.com/office/drawing/2014/main" id="{B3840B93-FF6A-995E-7A9A-91811E489D3E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90001" y="2313000"/>
            <a:ext cx="3670196" cy="2232000"/>
            <a:chOff x="5815202" y="3253263"/>
            <a:chExt cx="568547" cy="345757"/>
          </a:xfrm>
          <a:solidFill>
            <a:schemeClr val="bg1">
              <a:alpha val="75000"/>
            </a:schemeClr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66F5036B-58BF-E0C4-16D7-F4C0259BEC0D}"/>
                </a:ext>
              </a:extLst>
            </p:cNvPr>
            <p:cNvSpPr/>
            <p:nvPr/>
          </p:nvSpPr>
          <p:spPr bwMode="gray">
            <a:xfrm>
              <a:off x="5815202" y="3253263"/>
              <a:ext cx="172878" cy="345757"/>
            </a:xfrm>
            <a:custGeom>
              <a:avLst/>
              <a:gdLst>
                <a:gd name="connsiteX0" fmla="*/ 172879 w 172878"/>
                <a:gd name="connsiteY0" fmla="*/ 345758 h 345757"/>
                <a:gd name="connsiteX1" fmla="*/ 0 w 172878"/>
                <a:gd name="connsiteY1" fmla="*/ 172879 h 345757"/>
                <a:gd name="connsiteX2" fmla="*/ 172879 w 172878"/>
                <a:gd name="connsiteY2" fmla="*/ 0 h 345757"/>
                <a:gd name="connsiteX3" fmla="*/ 172879 w 172878"/>
                <a:gd name="connsiteY3" fmla="*/ 71057 h 345757"/>
                <a:gd name="connsiteX4" fmla="*/ 71057 w 172878"/>
                <a:gd name="connsiteY4" fmla="*/ 172879 h 345757"/>
                <a:gd name="connsiteX5" fmla="*/ 172879 w 172878"/>
                <a:gd name="connsiteY5" fmla="*/ 274701 h 345757"/>
                <a:gd name="connsiteX6" fmla="*/ 172879 w 172878"/>
                <a:gd name="connsiteY6" fmla="*/ 345758 h 345757"/>
                <a:gd name="connsiteX7" fmla="*/ 172879 w 172878"/>
                <a:gd name="connsiteY7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878" h="345757">
                  <a:moveTo>
                    <a:pt x="172879" y="345758"/>
                  </a:moveTo>
                  <a:cubicBezTo>
                    <a:pt x="77534" y="345758"/>
                    <a:pt x="0" y="268224"/>
                    <a:pt x="0" y="172879"/>
                  </a:cubicBezTo>
                  <a:cubicBezTo>
                    <a:pt x="0" y="77533"/>
                    <a:pt x="77534" y="0"/>
                    <a:pt x="172879" y="0"/>
                  </a:cubicBezTo>
                  <a:lnTo>
                    <a:pt x="172879" y="71057"/>
                  </a:lnTo>
                  <a:cubicBezTo>
                    <a:pt x="116777" y="71057"/>
                    <a:pt x="71057" y="116681"/>
                    <a:pt x="71057" y="172879"/>
                  </a:cubicBezTo>
                  <a:cubicBezTo>
                    <a:pt x="71057" y="228981"/>
                    <a:pt x="116681" y="274701"/>
                    <a:pt x="172879" y="274701"/>
                  </a:cubicBezTo>
                  <a:lnTo>
                    <a:pt x="172879" y="345758"/>
                  </a:lnTo>
                  <a:lnTo>
                    <a:pt x="172879" y="3457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4F66DEE9-DF8D-1976-F921-B8D38D5A93EF}"/>
                </a:ext>
              </a:extLst>
            </p:cNvPr>
            <p:cNvSpPr/>
            <p:nvPr/>
          </p:nvSpPr>
          <p:spPr bwMode="gray">
            <a:xfrm>
              <a:off x="6210871" y="3253263"/>
              <a:ext cx="172878" cy="345757"/>
            </a:xfrm>
            <a:custGeom>
              <a:avLst/>
              <a:gdLst>
                <a:gd name="connsiteX0" fmla="*/ 0 w 172878"/>
                <a:gd name="connsiteY0" fmla="*/ 345758 h 345757"/>
                <a:gd name="connsiteX1" fmla="*/ 0 w 172878"/>
                <a:gd name="connsiteY1" fmla="*/ 274701 h 345757"/>
                <a:gd name="connsiteX2" fmla="*/ 101822 w 172878"/>
                <a:gd name="connsiteY2" fmla="*/ 172879 h 345757"/>
                <a:gd name="connsiteX3" fmla="*/ 0 w 172878"/>
                <a:gd name="connsiteY3" fmla="*/ 71057 h 345757"/>
                <a:gd name="connsiteX4" fmla="*/ 0 w 172878"/>
                <a:gd name="connsiteY4" fmla="*/ 0 h 345757"/>
                <a:gd name="connsiteX5" fmla="*/ 172879 w 172878"/>
                <a:gd name="connsiteY5" fmla="*/ 172879 h 345757"/>
                <a:gd name="connsiteX6" fmla="*/ 0 w 172878"/>
                <a:gd name="connsiteY6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878" h="345757">
                  <a:moveTo>
                    <a:pt x="0" y="345758"/>
                  </a:moveTo>
                  <a:lnTo>
                    <a:pt x="0" y="274701"/>
                  </a:lnTo>
                  <a:cubicBezTo>
                    <a:pt x="56102" y="274701"/>
                    <a:pt x="101822" y="229076"/>
                    <a:pt x="101822" y="172879"/>
                  </a:cubicBezTo>
                  <a:cubicBezTo>
                    <a:pt x="101822" y="116681"/>
                    <a:pt x="56197" y="71057"/>
                    <a:pt x="0" y="71057"/>
                  </a:cubicBezTo>
                  <a:lnTo>
                    <a:pt x="0" y="0"/>
                  </a:lnTo>
                  <a:cubicBezTo>
                    <a:pt x="95345" y="0"/>
                    <a:pt x="172879" y="77533"/>
                    <a:pt x="172879" y="172879"/>
                  </a:cubicBezTo>
                  <a:cubicBezTo>
                    <a:pt x="172879" y="268224"/>
                    <a:pt x="95250" y="345758"/>
                    <a:pt x="0" y="34575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8997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B2708C6-5420-D7E6-7AF6-DC686C7D1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90600" y="5680800"/>
            <a:ext cx="10313400" cy="3600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fr-FR" noProof="0"/>
              <a:t>Légende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6000" y="378844"/>
            <a:ext cx="720000" cy="694800"/>
          </a:xfrm>
          <a:solidFill>
            <a:schemeClr val="bg1"/>
          </a:solidFill>
          <a:ln>
            <a:noFill/>
          </a:ln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10">
            <a:extLst>
              <a:ext uri="{FF2B5EF4-FFF2-40B4-BE49-F238E27FC236}">
                <a16:creationId xmlns:a16="http://schemas.microsoft.com/office/drawing/2014/main" id="{CCF6E59E-A336-FB60-5FF5-ADA8815C18A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008650" y="1345187"/>
            <a:ext cx="10295350" cy="4167625"/>
          </a:xfrm>
          <a:solidFill>
            <a:schemeClr val="bg1">
              <a:lumMod val="95000"/>
            </a:schemeClr>
          </a:solidFill>
        </p:spPr>
        <p:txBody>
          <a:bodyPr tIns="126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Sélectionner l’icône pour 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3173942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avec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6000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FF1D115-93AB-F313-5ABA-4EE30BA0F8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627948" y="1459475"/>
            <a:ext cx="5676051" cy="4042800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</p:txBody>
      </p:sp>
      <p:sp>
        <p:nvSpPr>
          <p:cNvPr id="6" name="Espace réservé pour une image  10">
            <a:extLst>
              <a:ext uri="{FF2B5EF4-FFF2-40B4-BE49-F238E27FC236}">
                <a16:creationId xmlns:a16="http://schemas.microsoft.com/office/drawing/2014/main" id="{60BEED21-EB35-A80E-B8BA-D7A8CCAA199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008650" y="1345187"/>
            <a:ext cx="4168800" cy="4167625"/>
          </a:xfrm>
          <a:solidFill>
            <a:schemeClr val="bg1">
              <a:lumMod val="95000"/>
            </a:schemeClr>
          </a:solidFill>
        </p:spPr>
        <p:txBody>
          <a:bodyPr tIns="1260000" anchor="ctr" anchorCtr="0"/>
          <a:lstStyle>
            <a:lvl1pPr marL="0" marR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Sélectionner l’icône pour insérer une image</a:t>
            </a:r>
          </a:p>
        </p:txBody>
      </p:sp>
      <p:sp>
        <p:nvSpPr>
          <p:cNvPr id="3" name="Espace réservé du texte 9">
            <a:extLst>
              <a:ext uri="{FF2B5EF4-FFF2-40B4-BE49-F238E27FC236}">
                <a16:creationId xmlns:a16="http://schemas.microsoft.com/office/drawing/2014/main" id="{B1900C57-1706-8465-584A-DB588E3F17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90600" y="5680800"/>
            <a:ext cx="4186850" cy="3600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/>
            </a:lvl1pPr>
          </a:lstStyle>
          <a:p>
            <a:pPr lvl="0"/>
            <a:r>
              <a:rPr lang="fr-FR" noProof="0"/>
              <a:t>Légende</a:t>
            </a:r>
          </a:p>
        </p:txBody>
      </p:sp>
    </p:spTree>
    <p:extLst>
      <p:ext uri="{BB962C8B-B14F-4D97-AF65-F5344CB8AC3E}">
        <p14:creationId xmlns:p14="http://schemas.microsoft.com/office/powerpoint/2010/main" val="2073902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B2708C6-5420-D7E6-7AF6-DC686C7D1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90001" y="1598400"/>
            <a:ext cx="10314000" cy="4320000"/>
          </a:xfrm>
        </p:spPr>
        <p:txBody>
          <a:bodyPr/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443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texte 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378FC7-9D09-699F-2A0D-A21F26B00067}"/>
              </a:ext>
            </a:extLst>
          </p:cNvPr>
          <p:cNvSpPr/>
          <p:nvPr userDrawn="1"/>
        </p:nvSpPr>
        <p:spPr bwMode="gray"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8" y="753279"/>
            <a:ext cx="3672000" cy="720000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B2708C6-5420-D7E6-7AF6-DC686C7D1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90001" y="1670050"/>
            <a:ext cx="4787997" cy="3456000"/>
          </a:xfrm>
        </p:spPr>
        <p:txBody>
          <a:bodyPr anchor="ctr" anchorCtr="0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1">
                    <a:alpha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>
          <a:xfrm>
            <a:off x="2105999" y="6084226"/>
            <a:ext cx="3671999" cy="3598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4" name="Graphique 13">
            <a:extLst>
              <a:ext uri="{FF2B5EF4-FFF2-40B4-BE49-F238E27FC236}">
                <a16:creationId xmlns:a16="http://schemas.microsoft.com/office/drawing/2014/main" id="{AFFA5188-6DBC-B482-2858-D9295AE2BF6B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57200" y="468000"/>
            <a:ext cx="757718" cy="460800"/>
            <a:chOff x="5815202" y="3253263"/>
            <a:chExt cx="568547" cy="345757"/>
          </a:xfrm>
          <a:solidFill>
            <a:schemeClr val="bg1">
              <a:alpha val="75000"/>
            </a:schemeClr>
          </a:solidFill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0B4D7766-4E02-0F74-9C3B-38ACB1CC9BA7}"/>
                </a:ext>
              </a:extLst>
            </p:cNvPr>
            <p:cNvSpPr/>
            <p:nvPr/>
          </p:nvSpPr>
          <p:spPr bwMode="gray">
            <a:xfrm>
              <a:off x="5815202" y="3253263"/>
              <a:ext cx="172878" cy="345757"/>
            </a:xfrm>
            <a:custGeom>
              <a:avLst/>
              <a:gdLst>
                <a:gd name="connsiteX0" fmla="*/ 172879 w 172878"/>
                <a:gd name="connsiteY0" fmla="*/ 345758 h 345757"/>
                <a:gd name="connsiteX1" fmla="*/ 0 w 172878"/>
                <a:gd name="connsiteY1" fmla="*/ 172879 h 345757"/>
                <a:gd name="connsiteX2" fmla="*/ 172879 w 172878"/>
                <a:gd name="connsiteY2" fmla="*/ 0 h 345757"/>
                <a:gd name="connsiteX3" fmla="*/ 172879 w 172878"/>
                <a:gd name="connsiteY3" fmla="*/ 71057 h 345757"/>
                <a:gd name="connsiteX4" fmla="*/ 71057 w 172878"/>
                <a:gd name="connsiteY4" fmla="*/ 172879 h 345757"/>
                <a:gd name="connsiteX5" fmla="*/ 172879 w 172878"/>
                <a:gd name="connsiteY5" fmla="*/ 274701 h 345757"/>
                <a:gd name="connsiteX6" fmla="*/ 172879 w 172878"/>
                <a:gd name="connsiteY6" fmla="*/ 345758 h 345757"/>
                <a:gd name="connsiteX7" fmla="*/ 172879 w 172878"/>
                <a:gd name="connsiteY7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878" h="345757">
                  <a:moveTo>
                    <a:pt x="172879" y="345758"/>
                  </a:moveTo>
                  <a:cubicBezTo>
                    <a:pt x="77534" y="345758"/>
                    <a:pt x="0" y="268224"/>
                    <a:pt x="0" y="172879"/>
                  </a:cubicBezTo>
                  <a:cubicBezTo>
                    <a:pt x="0" y="77533"/>
                    <a:pt x="77534" y="0"/>
                    <a:pt x="172879" y="0"/>
                  </a:cubicBezTo>
                  <a:lnTo>
                    <a:pt x="172879" y="71057"/>
                  </a:lnTo>
                  <a:cubicBezTo>
                    <a:pt x="116777" y="71057"/>
                    <a:pt x="71057" y="116681"/>
                    <a:pt x="71057" y="172879"/>
                  </a:cubicBezTo>
                  <a:cubicBezTo>
                    <a:pt x="71057" y="228981"/>
                    <a:pt x="116681" y="274701"/>
                    <a:pt x="172879" y="274701"/>
                  </a:cubicBezTo>
                  <a:lnTo>
                    <a:pt x="172879" y="345758"/>
                  </a:lnTo>
                  <a:lnTo>
                    <a:pt x="172879" y="3457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32BD7ECF-D3C8-D68E-028F-D7B21F5D9578}"/>
                </a:ext>
              </a:extLst>
            </p:cNvPr>
            <p:cNvSpPr/>
            <p:nvPr/>
          </p:nvSpPr>
          <p:spPr bwMode="gray">
            <a:xfrm>
              <a:off x="6210871" y="3253263"/>
              <a:ext cx="172878" cy="345757"/>
            </a:xfrm>
            <a:custGeom>
              <a:avLst/>
              <a:gdLst>
                <a:gd name="connsiteX0" fmla="*/ 0 w 172878"/>
                <a:gd name="connsiteY0" fmla="*/ 345758 h 345757"/>
                <a:gd name="connsiteX1" fmla="*/ 0 w 172878"/>
                <a:gd name="connsiteY1" fmla="*/ 274701 h 345757"/>
                <a:gd name="connsiteX2" fmla="*/ 101822 w 172878"/>
                <a:gd name="connsiteY2" fmla="*/ 172879 h 345757"/>
                <a:gd name="connsiteX3" fmla="*/ 0 w 172878"/>
                <a:gd name="connsiteY3" fmla="*/ 71057 h 345757"/>
                <a:gd name="connsiteX4" fmla="*/ 0 w 172878"/>
                <a:gd name="connsiteY4" fmla="*/ 0 h 345757"/>
                <a:gd name="connsiteX5" fmla="*/ 172879 w 172878"/>
                <a:gd name="connsiteY5" fmla="*/ 172879 h 345757"/>
                <a:gd name="connsiteX6" fmla="*/ 0 w 172878"/>
                <a:gd name="connsiteY6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878" h="345757">
                  <a:moveTo>
                    <a:pt x="0" y="345758"/>
                  </a:moveTo>
                  <a:lnTo>
                    <a:pt x="0" y="274701"/>
                  </a:lnTo>
                  <a:cubicBezTo>
                    <a:pt x="56102" y="274701"/>
                    <a:pt x="101822" y="229076"/>
                    <a:pt x="101822" y="172879"/>
                  </a:cubicBezTo>
                  <a:cubicBezTo>
                    <a:pt x="101822" y="116681"/>
                    <a:pt x="56197" y="71057"/>
                    <a:pt x="0" y="71057"/>
                  </a:cubicBezTo>
                  <a:lnTo>
                    <a:pt x="0" y="0"/>
                  </a:lnTo>
                  <a:cubicBezTo>
                    <a:pt x="95345" y="0"/>
                    <a:pt x="172879" y="77533"/>
                    <a:pt x="172879" y="172879"/>
                  </a:cubicBezTo>
                  <a:cubicBezTo>
                    <a:pt x="172879" y="268224"/>
                    <a:pt x="95250" y="345758"/>
                    <a:pt x="0" y="34575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8" name="Graphique 10">
            <a:extLst>
              <a:ext uri="{FF2B5EF4-FFF2-40B4-BE49-F238E27FC236}">
                <a16:creationId xmlns:a16="http://schemas.microsoft.com/office/drawing/2014/main" id="{8A0BE16B-F2BB-6D54-153F-4AC01209348A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604AAEAF-668C-E44A-3623-0B0A5CE02B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7644172" y="1670050"/>
            <a:ext cx="3659828" cy="1830388"/>
          </a:xfrm>
        </p:spPr>
        <p:txBody>
          <a:bodyPr anchor="b" anchorCtr="0"/>
          <a:lstStyle>
            <a:lvl1pPr algn="r">
              <a:lnSpc>
                <a:spcPct val="100000"/>
              </a:lnSpc>
              <a:spcAft>
                <a:spcPts val="0"/>
              </a:spcAft>
              <a:defRPr sz="10000" b="1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+00%</a:t>
            </a:r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19E36AC1-EBA3-AD91-44CA-DDA26405A6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7956000" y="3413362"/>
            <a:ext cx="3348000" cy="1712687"/>
          </a:xfrm>
        </p:spPr>
        <p:txBody>
          <a:bodyPr anchor="t" anchorCtr="0"/>
          <a:lstStyle>
            <a:lvl1pPr>
              <a:spcAft>
                <a:spcPts val="0"/>
              </a:spcAft>
              <a:defRPr sz="120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079774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chiffres clés fond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378FC7-9D09-699F-2A0D-A21F26B00067}"/>
              </a:ext>
            </a:extLst>
          </p:cNvPr>
          <p:cNvSpPr/>
          <p:nvPr userDrawn="1"/>
        </p:nvSpPr>
        <p:spPr bwMode="gray"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8" y="753279"/>
            <a:ext cx="3672000" cy="7200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B2708C6-5420-D7E6-7AF6-DC686C7D1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90001" y="1670050"/>
            <a:ext cx="4787997" cy="3456000"/>
          </a:xfrm>
        </p:spPr>
        <p:txBody>
          <a:bodyPr anchor="ctr" anchorCtr="0"/>
          <a:lstStyle>
            <a:lvl1pPr>
              <a:spcAft>
                <a:spcPts val="0"/>
              </a:spcAft>
              <a:defRPr/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>
          <a:xfrm>
            <a:off x="2105999" y="6084226"/>
            <a:ext cx="3671999" cy="359891"/>
          </a:xfrm>
        </p:spPr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B57C9C-972D-0AF2-04C5-4C9D71C17F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372596" y="1304764"/>
            <a:ext cx="4931404" cy="2108200"/>
          </a:xfrm>
        </p:spPr>
        <p:txBody>
          <a:bodyPr anchor="b" anchorCtr="0"/>
          <a:lstStyle>
            <a:lvl1pPr algn="r">
              <a:lnSpc>
                <a:spcPct val="100000"/>
              </a:lnSpc>
              <a:spcAft>
                <a:spcPts val="0"/>
              </a:spcAft>
              <a:defRPr sz="13600">
                <a:solidFill>
                  <a:schemeClr val="bg1"/>
                </a:solidFill>
                <a:latin typeface="Montserrat Light" pitchFamily="2" charset="0"/>
              </a:defRPr>
            </a:lvl1pPr>
          </a:lstStyle>
          <a:p>
            <a:pPr lvl="0"/>
            <a:r>
              <a:rPr lang="fr-FR"/>
              <a:t>+00%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93C2C79A-9A83-D11E-3530-5B5753853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962603" y="3239454"/>
            <a:ext cx="2341397" cy="1886595"/>
          </a:xfrm>
        </p:spPr>
        <p:txBody>
          <a:bodyPr anchor="t" anchorCtr="0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16019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chiffres clés fond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378FC7-9D09-699F-2A0D-A21F26B00067}"/>
              </a:ext>
            </a:extLst>
          </p:cNvPr>
          <p:cNvSpPr/>
          <p:nvPr userDrawn="1"/>
        </p:nvSpPr>
        <p:spPr bwMode="gray">
          <a:xfrm>
            <a:off x="609600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8" y="753279"/>
            <a:ext cx="3672000" cy="7200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B2708C6-5420-D7E6-7AF6-DC686C7D1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90001" y="1670050"/>
            <a:ext cx="4787997" cy="3456000"/>
          </a:xfrm>
        </p:spPr>
        <p:txBody>
          <a:bodyPr anchor="ctr" anchorCtr="0"/>
          <a:lstStyle>
            <a:lvl1pPr>
              <a:spcAft>
                <a:spcPts val="0"/>
              </a:spcAft>
              <a:defRPr/>
            </a:lvl1pPr>
          </a:lstStyle>
          <a:p>
            <a:pPr lvl="0"/>
            <a:r>
              <a:rPr lang="fr-FR" noProof="0"/>
              <a:t>Texte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>
          <a:xfrm>
            <a:off x="2105999" y="6084226"/>
            <a:ext cx="3671999" cy="359891"/>
          </a:xfrm>
        </p:spPr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B57C9C-972D-0AF2-04C5-4C9D71C17F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372596" y="1304764"/>
            <a:ext cx="4931404" cy="2108200"/>
          </a:xfrm>
        </p:spPr>
        <p:txBody>
          <a:bodyPr anchor="b" anchorCtr="0"/>
          <a:lstStyle>
            <a:lvl1pPr algn="r">
              <a:lnSpc>
                <a:spcPct val="100000"/>
              </a:lnSpc>
              <a:spcAft>
                <a:spcPts val="0"/>
              </a:spcAft>
              <a:defRPr sz="13600">
                <a:solidFill>
                  <a:schemeClr val="bg1"/>
                </a:solidFill>
                <a:latin typeface="Montserrat Light" pitchFamily="2" charset="0"/>
              </a:defRPr>
            </a:lvl1pPr>
          </a:lstStyle>
          <a:p>
            <a:pPr lvl="0"/>
            <a:r>
              <a:rPr lang="fr-FR"/>
              <a:t>+00%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93C2C79A-9A83-D11E-3530-5B5753853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962603" y="3239454"/>
            <a:ext cx="2341397" cy="1886595"/>
          </a:xfrm>
        </p:spPr>
        <p:txBody>
          <a:bodyPr anchor="t" anchorCtr="0"/>
          <a:lstStyle>
            <a:lvl1pPr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931842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graphiqu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B2708C6-5420-D7E6-7AF6-DC686C7D1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105999" y="970249"/>
            <a:ext cx="9198001" cy="50930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fr-FR" noProof="0"/>
              <a:t>Sous-titre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1335E051-D3DB-B6AB-B549-DE26220148C8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 bwMode="gray">
          <a:xfrm>
            <a:off x="3664568" y="1802674"/>
            <a:ext cx="3881408" cy="3813940"/>
          </a:xfrm>
        </p:spPr>
        <p:txBody>
          <a:bodyPr tIns="720000" anchor="ctr" anchorCtr="0"/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Graphique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A144D47-3A8A-05B0-16A5-5C1E932D86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90601" y="1772328"/>
            <a:ext cx="2673968" cy="9000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Titre du graphique</a:t>
            </a: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2509F6A4-7E86-D044-6AB3-73C96B07E9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488363" y="2034461"/>
            <a:ext cx="2520000" cy="828000"/>
          </a:xfrm>
        </p:spPr>
        <p:txBody>
          <a:bodyPr/>
          <a:lstStyle>
            <a:lvl1pPr>
              <a:spcAft>
                <a:spcPts val="0"/>
              </a:spcAft>
              <a:defRPr sz="1650">
                <a:solidFill>
                  <a:schemeClr val="accent3"/>
                </a:solidFill>
                <a:latin typeface="Montserrat ExtraBold" pitchFamily="2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000">
                <a:latin typeface="+mj-lt"/>
              </a:defRPr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Texte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D0DC0C32-E286-F163-AE6F-75E35A4CB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488363" y="2898526"/>
            <a:ext cx="2520000" cy="828000"/>
          </a:xfrm>
        </p:spPr>
        <p:txBody>
          <a:bodyPr/>
          <a:lstStyle>
            <a:lvl1pPr>
              <a:spcAft>
                <a:spcPts val="0"/>
              </a:spcAft>
              <a:defRPr sz="1650">
                <a:solidFill>
                  <a:schemeClr val="accent1"/>
                </a:solidFill>
                <a:latin typeface="Montserrat ExtraBold" pitchFamily="2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000">
                <a:latin typeface="+mj-lt"/>
              </a:defRPr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Texte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ED33AE3D-4B37-D682-9FFC-02F021F5DD2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488363" y="3762591"/>
            <a:ext cx="2520000" cy="828000"/>
          </a:xfrm>
        </p:spPr>
        <p:txBody>
          <a:bodyPr/>
          <a:lstStyle>
            <a:lvl1pPr>
              <a:spcAft>
                <a:spcPts val="0"/>
              </a:spcAft>
              <a:defRPr sz="1650">
                <a:solidFill>
                  <a:schemeClr val="accent4"/>
                </a:solidFill>
                <a:latin typeface="Montserrat ExtraBold" pitchFamily="2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000">
                <a:latin typeface="+mj-lt"/>
              </a:defRPr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Texte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DE56B7C0-83F1-D641-AAE6-4CB66601E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8488363" y="4626657"/>
            <a:ext cx="2520000" cy="828000"/>
          </a:xfrm>
        </p:spPr>
        <p:txBody>
          <a:bodyPr/>
          <a:lstStyle>
            <a:lvl1pPr>
              <a:spcAft>
                <a:spcPts val="0"/>
              </a:spcAft>
              <a:defRPr sz="1650">
                <a:solidFill>
                  <a:schemeClr val="accent5"/>
                </a:solidFill>
                <a:latin typeface="Montserrat ExtraBold" pitchFamily="2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000">
                <a:latin typeface="+mj-lt"/>
              </a:defRPr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Texte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003743A6-56C8-CF5E-729D-CF40016A4F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990600" y="3387016"/>
            <a:ext cx="108000" cy="108000"/>
          </a:xfrm>
          <a:solidFill>
            <a:schemeClr val="accent1"/>
          </a:solidFill>
        </p:spPr>
        <p:txBody>
          <a:bodyPr wrap="none" lIns="252000" anchor="ctr" anchorCtr="0"/>
          <a:lstStyle>
            <a:lvl1pPr>
              <a:lnSpc>
                <a:spcPct val="100000"/>
              </a:lnSpc>
              <a:spcAft>
                <a:spcPts val="0"/>
              </a:spcAft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Légende 2</a:t>
            </a:r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6449B14F-D486-A509-830B-9B7C4D73B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990600" y="3624032"/>
            <a:ext cx="108000" cy="108000"/>
          </a:xfrm>
          <a:solidFill>
            <a:schemeClr val="accent4"/>
          </a:solidFill>
        </p:spPr>
        <p:txBody>
          <a:bodyPr wrap="none" lIns="252000" anchor="ctr" anchorCtr="0"/>
          <a:lstStyle>
            <a:lvl1pPr>
              <a:lnSpc>
                <a:spcPct val="100000"/>
              </a:lnSpc>
              <a:spcAft>
                <a:spcPts val="0"/>
              </a:spcAft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Légende 3</a:t>
            </a:r>
          </a:p>
        </p:txBody>
      </p:sp>
      <p:sp>
        <p:nvSpPr>
          <p:cNvPr id="26" name="Espace réservé du texte 22">
            <a:extLst>
              <a:ext uri="{FF2B5EF4-FFF2-40B4-BE49-F238E27FC236}">
                <a16:creationId xmlns:a16="http://schemas.microsoft.com/office/drawing/2014/main" id="{9B7D24E7-6EEF-7A46-2D02-F18F80BE3B4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990600" y="3861048"/>
            <a:ext cx="108000" cy="108000"/>
          </a:xfrm>
          <a:solidFill>
            <a:schemeClr val="accent5"/>
          </a:solidFill>
        </p:spPr>
        <p:txBody>
          <a:bodyPr wrap="none" lIns="252000" anchor="ctr" anchorCtr="0"/>
          <a:lstStyle>
            <a:lvl1pPr>
              <a:lnSpc>
                <a:spcPct val="100000"/>
              </a:lnSpc>
              <a:spcAft>
                <a:spcPts val="0"/>
              </a:spcAft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Légende 4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4203E1A7-E424-1DBE-FFD2-0C7433858F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90600" y="3150000"/>
            <a:ext cx="108000" cy="108000"/>
          </a:xfrm>
          <a:solidFill>
            <a:schemeClr val="accent3"/>
          </a:solidFill>
        </p:spPr>
        <p:txBody>
          <a:bodyPr wrap="none" lIns="252000" anchor="ctr" anchorCtr="0"/>
          <a:lstStyle>
            <a:lvl1pPr>
              <a:lnSpc>
                <a:spcPct val="100000"/>
              </a:lnSpc>
              <a:spcAft>
                <a:spcPts val="0"/>
              </a:spcAft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Légende 1 </a:t>
            </a:r>
          </a:p>
        </p:txBody>
      </p:sp>
    </p:spTree>
    <p:extLst>
      <p:ext uri="{BB962C8B-B14F-4D97-AF65-F5344CB8AC3E}">
        <p14:creationId xmlns:p14="http://schemas.microsoft.com/office/powerpoint/2010/main" val="3865050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graphique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B2708C6-5420-D7E6-7AF6-DC686C7D1E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5999" y="972000"/>
            <a:ext cx="9198001" cy="50930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fr-FR" noProof="0"/>
              <a:t>Sous-titre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1335E051-D3DB-B6AB-B549-DE26220148C8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999093" y="2074457"/>
            <a:ext cx="10304907" cy="2506670"/>
          </a:xfrm>
        </p:spPr>
        <p:txBody>
          <a:bodyPr tIns="720000" anchor="ctr" anchorCtr="0"/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Graphique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A144D47-3A8A-05B0-16A5-5C1E932D86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0600" y="1517899"/>
            <a:ext cx="10313400" cy="460019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Titre du graphique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057B08-5CD6-B06A-4A2F-3BA911A329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0600" y="4705351"/>
            <a:ext cx="10304907" cy="936000"/>
          </a:xfrm>
        </p:spPr>
        <p:txBody>
          <a:bodyPr numCol="3" spcCol="720000"/>
          <a:lstStyle>
            <a:lvl1pPr>
              <a:lnSpc>
                <a:spcPct val="100000"/>
              </a:lnSpc>
              <a:spcAft>
                <a:spcPts val="0"/>
              </a:spcAft>
              <a:defRPr sz="1200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40976932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graphique et 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C995788-B276-FC52-9274-03B0CCE4A786}"/>
              </a:ext>
            </a:extLst>
          </p:cNvPr>
          <p:cNvSpPr/>
          <p:nvPr userDrawn="1"/>
        </p:nvSpPr>
        <p:spPr bwMode="gray">
          <a:xfrm>
            <a:off x="8040217" y="296652"/>
            <a:ext cx="3852428" cy="57874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8" y="753279"/>
            <a:ext cx="4845604" cy="715519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graphique 7">
            <a:extLst>
              <a:ext uri="{FF2B5EF4-FFF2-40B4-BE49-F238E27FC236}">
                <a16:creationId xmlns:a16="http://schemas.microsoft.com/office/drawing/2014/main" id="{1335E051-D3DB-B6AB-B549-DE26220148C8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 bwMode="gray">
          <a:xfrm>
            <a:off x="999093" y="1827833"/>
            <a:ext cx="5952509" cy="2592325"/>
          </a:xfrm>
        </p:spPr>
        <p:txBody>
          <a:bodyPr tIns="720000" anchor="ctr" anchorCtr="0"/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Graphique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A144D47-3A8A-05B0-16A5-5C1E932D86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90599" y="1468799"/>
            <a:ext cx="5961003" cy="359033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Titre du graphique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057B08-5CD6-B06A-4A2F-3BA911A329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90600" y="4420158"/>
            <a:ext cx="5961002" cy="1188000"/>
          </a:xfrm>
        </p:spPr>
        <p:txBody>
          <a:bodyPr numCol="2" spcCol="720000"/>
          <a:lstStyle>
            <a:lvl1pPr>
              <a:lnSpc>
                <a:spcPct val="90000"/>
              </a:lnSpc>
              <a:spcAft>
                <a:spcPts val="0"/>
              </a:spcAft>
              <a:defRPr sz="1200">
                <a:latin typeface="+mj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D96D825-89B0-B497-4322-EA92190009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9842500" y="1514165"/>
            <a:ext cx="1806575" cy="12240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5500">
                <a:solidFill>
                  <a:schemeClr val="bg1"/>
                </a:solidFill>
                <a:latin typeface="Montserrat Light" pitchFamily="2" charset="0"/>
              </a:defRPr>
            </a:lvl2pPr>
          </a:lstStyle>
          <a:p>
            <a:pPr lvl="0"/>
            <a:r>
              <a:rPr lang="fr-FR"/>
              <a:t>Texte</a:t>
            </a:r>
          </a:p>
          <a:p>
            <a:pPr lvl="1"/>
            <a:r>
              <a:rPr lang="fr-FR"/>
              <a:t>000k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90CC01CC-3D6B-D3EB-5B34-317E07A65C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364253" y="2737854"/>
            <a:ext cx="3284822" cy="2870303"/>
          </a:xfrm>
        </p:spPr>
        <p:txBody>
          <a:bodyPr/>
          <a:lstStyle>
            <a:lvl1pPr>
              <a:lnSpc>
                <a:spcPct val="90000"/>
              </a:lnSpc>
              <a:spcAft>
                <a:spcPts val="900"/>
              </a:spcAft>
              <a:defRPr sz="3400">
                <a:solidFill>
                  <a:schemeClr val="bg1"/>
                </a:solidFill>
                <a:latin typeface="Montserrat Light" pitchFamily="2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9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636979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tableau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9" y="378844"/>
            <a:ext cx="9198001" cy="607327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A144D47-3A8A-05B0-16A5-5C1E932D86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90600" y="1422301"/>
            <a:ext cx="10313400" cy="2880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Titre du tableau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057B08-5CD6-B06A-4A2F-3BA911A329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90600" y="5087412"/>
            <a:ext cx="10313400" cy="837138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0" name="Espace réservé du tableau 9">
            <a:extLst>
              <a:ext uri="{FF2B5EF4-FFF2-40B4-BE49-F238E27FC236}">
                <a16:creationId xmlns:a16="http://schemas.microsoft.com/office/drawing/2014/main" id="{A554F787-91BF-452F-8FF7-DD7CDA839550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 bwMode="gray">
          <a:xfrm>
            <a:off x="990600" y="1710301"/>
            <a:ext cx="10313988" cy="3086852"/>
          </a:xfrm>
        </p:spPr>
        <p:txBody>
          <a:bodyPr tIns="720000" anchor="ctr" anchorCtr="0"/>
          <a:lstStyle>
            <a:lvl1pPr algn="ctr">
              <a:defRPr sz="1000">
                <a:latin typeface="+mj-lt"/>
              </a:defRPr>
            </a:lvl1pPr>
          </a:lstStyle>
          <a:p>
            <a:r>
              <a:rPr lang="fr-FR"/>
              <a:t>Tableau</a:t>
            </a:r>
          </a:p>
        </p:txBody>
      </p:sp>
    </p:spTree>
    <p:extLst>
      <p:ext uri="{BB962C8B-B14F-4D97-AF65-F5344CB8AC3E}">
        <p14:creationId xmlns:p14="http://schemas.microsoft.com/office/powerpoint/2010/main" val="3320008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tableau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9" y="378844"/>
            <a:ext cx="9198001" cy="607327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A144D47-3A8A-05B0-16A5-5C1E932D86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990600" y="1422301"/>
            <a:ext cx="10313400" cy="2880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7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Titre du tableau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057B08-5CD6-B06A-4A2F-3BA911A329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90600" y="1916832"/>
            <a:ext cx="10313400" cy="540000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0" name="Espace réservé du tableau 9">
            <a:extLst>
              <a:ext uri="{FF2B5EF4-FFF2-40B4-BE49-F238E27FC236}">
                <a16:creationId xmlns:a16="http://schemas.microsoft.com/office/drawing/2014/main" id="{A554F787-91BF-452F-8FF7-DD7CDA839550}"/>
              </a:ext>
            </a:extLst>
          </p:cNvPr>
          <p:cNvSpPr>
            <a:spLocks noGrp="1"/>
          </p:cNvSpPr>
          <p:nvPr>
            <p:ph type="tbl" sz="quarter" idx="22" hasCustomPrompt="1"/>
          </p:nvPr>
        </p:nvSpPr>
        <p:spPr bwMode="gray">
          <a:xfrm>
            <a:off x="990600" y="2533364"/>
            <a:ext cx="10313988" cy="3055876"/>
          </a:xfrm>
        </p:spPr>
        <p:txBody>
          <a:bodyPr tIns="720000" anchor="ctr" anchorCtr="0"/>
          <a:lstStyle>
            <a:lvl1pPr algn="ctr">
              <a:defRPr sz="1000">
                <a:latin typeface="+mj-lt"/>
              </a:defRPr>
            </a:lvl1pPr>
          </a:lstStyle>
          <a:p>
            <a:r>
              <a:rPr lang="fr-FR"/>
              <a:t>Tableau</a:t>
            </a:r>
          </a:p>
        </p:txBody>
      </p:sp>
    </p:spTree>
    <p:extLst>
      <p:ext uri="{BB962C8B-B14F-4D97-AF65-F5344CB8AC3E}">
        <p14:creationId xmlns:p14="http://schemas.microsoft.com/office/powerpoint/2010/main" val="2984236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texte tableau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9" y="378844"/>
            <a:ext cx="9198001" cy="607327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364F3748-7D5B-47B7-FCE0-D2369B3673B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90600" y="1435646"/>
            <a:ext cx="4872495" cy="2137369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BE97B08D-42CD-0B9A-7A22-91E9143E76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990599" y="3758873"/>
            <a:ext cx="4872495" cy="2137369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0EBFD788-4ED6-4275-B57B-5085AEBED3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31505" y="1435647"/>
            <a:ext cx="4872495" cy="2137368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AD9D3021-519C-DB2E-AF32-0368B0187A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431504" y="3787181"/>
            <a:ext cx="4872495" cy="2137369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261658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texte tableau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9F2E6-4FA3-54B6-65CC-AEF7707C8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05999" y="378844"/>
            <a:ext cx="9198001" cy="607327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 du chapitre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FA9674-44B9-7A8C-478F-F715B0EBF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295999" y="378844"/>
            <a:ext cx="720000" cy="69629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4900" b="1">
                <a:ln w="12700">
                  <a:noFill/>
                  <a:miter lim="800000"/>
                </a:ln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2431D172-19CC-4F0C-84AC-F42ABFAECC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F3FC031-3791-366C-539F-1471C3C655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364F3748-7D5B-47B7-FCE0-D2369B3673B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90600" y="1427607"/>
            <a:ext cx="3215825" cy="4496942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Texte</a:t>
            </a:r>
          </a:p>
          <a:p>
            <a:pPr lvl="0"/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FD1AE3-D45F-9E00-C3D9-FA9E0D143B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8088175" y="1408322"/>
            <a:ext cx="3215826" cy="4516227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8C10AC1A-A121-698B-8546-886F78685FA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4539387" y="1435647"/>
            <a:ext cx="3215826" cy="4488902"/>
          </a:xfrm>
        </p:spPr>
        <p:txBody>
          <a:bodyPr numCol="1" spcCol="0"/>
          <a:lstStyle>
            <a:lvl1pPr>
              <a:lnSpc>
                <a:spcPct val="100000"/>
              </a:lnSpc>
              <a:spcAft>
                <a:spcPts val="0"/>
              </a:spcAft>
              <a:defRPr sz="1450">
                <a:latin typeface="+mn-lt"/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</a:lstStyle>
          <a:p>
            <a:pPr lvl="0"/>
            <a:r>
              <a:rPr lang="fr-FR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045100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ion fond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DF618-07B8-2CDD-F36E-6086A2069D8F}"/>
              </a:ext>
            </a:extLst>
          </p:cNvPr>
          <p:cNvSpPr/>
          <p:nvPr userDrawn="1"/>
        </p:nvSpPr>
        <p:spPr bwMode="gray">
          <a:xfrm>
            <a:off x="-600" y="0"/>
            <a:ext cx="12192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6CC3FB3-E5EA-A15B-ECAB-2521EA7269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-600" y="0"/>
            <a:ext cx="12193200" cy="6858000"/>
          </a:xfrm>
          <a:noFill/>
        </p:spPr>
        <p:txBody>
          <a:bodyPr lIns="2952000" bIns="378000" anchor="ctr" anchorCtr="0"/>
          <a:lstStyle>
            <a:lvl1pPr>
              <a:lnSpc>
                <a:spcPct val="135000"/>
              </a:lnSpc>
              <a:spcAft>
                <a:spcPts val="0"/>
              </a:spcAft>
              <a:defRPr sz="2500" spc="-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endParaRPr lang="fr-FR"/>
          </a:p>
          <a:p>
            <a:pPr lvl="0"/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  <a:p>
            <a:pPr lvl="0"/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ut </a:t>
            </a:r>
            <a:r>
              <a:rPr lang="fr-FR" err="1"/>
              <a:t>laoreet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EEF895-B8B2-4F3D-3A37-B6430B2D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9C71EC-205E-C42E-F2E5-82E655C8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75FB48D7-6CE7-866E-EA93-13EEA225F6D8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886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ion fond bleu gradi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E0CCE2-CC03-9151-4B29-54E7B14CB5A6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89000">
                <a:schemeClr val="accent6"/>
              </a:gs>
              <a:gs pos="18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6CC3FB3-E5EA-A15B-ECAB-2521EA7269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-600" y="0"/>
            <a:ext cx="12193200" cy="6858000"/>
          </a:xfrm>
          <a:noFill/>
        </p:spPr>
        <p:txBody>
          <a:bodyPr lIns="2952000" bIns="378000" anchor="ctr" anchorCtr="0"/>
          <a:lstStyle>
            <a:lvl1pPr>
              <a:lnSpc>
                <a:spcPct val="135000"/>
              </a:lnSpc>
              <a:spcAft>
                <a:spcPts val="0"/>
              </a:spcAft>
              <a:defRPr sz="2500" spc="-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endParaRPr lang="fr-FR"/>
          </a:p>
          <a:p>
            <a:pPr lvl="0"/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  <a:p>
            <a:pPr lvl="0"/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ut </a:t>
            </a:r>
            <a:r>
              <a:rPr lang="fr-FR" err="1"/>
              <a:t>laoreet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EEF895-B8B2-4F3D-3A37-B6430B2D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9C71EC-205E-C42E-F2E5-82E655C8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75FB48D7-6CE7-866E-EA93-13EEA225F6D8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4050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ion fond framb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498CFD-A0E4-2741-A513-DADBCF8C4E08}"/>
              </a:ext>
            </a:extLst>
          </p:cNvPr>
          <p:cNvSpPr/>
          <p:nvPr userDrawn="1"/>
        </p:nvSpPr>
        <p:spPr bwMode="gray">
          <a:xfrm>
            <a:off x="-600" y="0"/>
            <a:ext cx="12192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6CC3FB3-E5EA-A15B-ECAB-2521EA7269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-600" y="0"/>
            <a:ext cx="12193200" cy="6858000"/>
          </a:xfrm>
          <a:noFill/>
        </p:spPr>
        <p:txBody>
          <a:bodyPr lIns="2952000" bIns="378000" anchor="ctr" anchorCtr="0"/>
          <a:lstStyle>
            <a:lvl1pPr>
              <a:lnSpc>
                <a:spcPct val="135000"/>
              </a:lnSpc>
              <a:spcAft>
                <a:spcPts val="0"/>
              </a:spcAft>
              <a:defRPr sz="2500" spc="-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endParaRPr lang="fr-FR"/>
          </a:p>
          <a:p>
            <a:pPr lvl="0"/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  <a:p>
            <a:pPr lvl="0"/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ut </a:t>
            </a:r>
            <a:r>
              <a:rPr lang="fr-FR" err="1"/>
              <a:t>laoreet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EEF895-B8B2-4F3D-3A37-B6430B2D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9C71EC-205E-C42E-F2E5-82E655C8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75FB48D7-6CE7-866E-EA93-13EEA225F6D8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7167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ion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6CC3FB3-E5EA-A15B-ECAB-2521EA7269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-600" y="0"/>
            <a:ext cx="12193200" cy="6858000"/>
          </a:xfrm>
          <a:noFill/>
        </p:spPr>
        <p:txBody>
          <a:bodyPr lIns="2952000" bIns="378000" anchor="ctr" anchorCtr="0"/>
          <a:lstStyle>
            <a:lvl1pPr>
              <a:lnSpc>
                <a:spcPct val="135000"/>
              </a:lnSpc>
              <a:spcAft>
                <a:spcPts val="0"/>
              </a:spcAft>
              <a:defRPr sz="2500" spc="-2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endParaRPr lang="fr-FR"/>
          </a:p>
          <a:p>
            <a:pPr lvl="0"/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endParaRPr lang="fr-FR"/>
          </a:p>
          <a:p>
            <a:pPr lvl="0"/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ut </a:t>
            </a:r>
            <a:r>
              <a:rPr lang="fr-FR" err="1"/>
              <a:t>laoreet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EEF895-B8B2-4F3D-3A37-B6430B2D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9C71EC-205E-C42E-F2E5-82E655C8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75FB48D7-6CE7-866E-EA93-13EEA225F6D8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355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/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820AD8-8C6D-483D-A5A3-76FCC4CE94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4890" y="240000"/>
            <a:ext cx="6154047" cy="203687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09579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0" y="4677139"/>
            <a:ext cx="12192000" cy="1200000"/>
          </a:xfrm>
        </p:spPr>
        <p:txBody>
          <a:bodyPr anchor="ctr" anchorCtr="0"/>
          <a:lstStyle>
            <a:lvl1pPr algn="ctr">
              <a:defRPr sz="1600" b="1">
                <a:latin typeface="+mj-lt"/>
              </a:defRPr>
            </a:lvl1pPr>
          </a:lstStyle>
          <a:p>
            <a:r>
              <a:rPr lang="fr-FR"/>
              <a:t>Agence pour l’informatique financière de l’État</a:t>
            </a:r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BD376BA-AD51-4C43-ADB8-9683C2A68A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445" y="740702"/>
            <a:ext cx="10081120" cy="313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9439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latin typeface="+mj-lt"/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>
                <a:latin typeface="+mj-lt"/>
              </a:defRPr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233A0601-5C50-40F0-9310-EA1C577BA1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01" y="356659"/>
            <a:ext cx="5253151" cy="163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31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740701"/>
            <a:ext cx="11232000" cy="672075"/>
          </a:xfrm>
        </p:spPr>
        <p:txBody>
          <a:bodyPr anchor="ctr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 b="0">
                <a:latin typeface="+mj-lt"/>
              </a:defRPr>
            </a:lvl1pPr>
          </a:lstStyle>
          <a:p>
            <a:pPr algn="r"/>
            <a:fld id="{54A3F498-6D8D-4B14-A274-1EF85490ED21}" type="datetime1">
              <a:rPr lang="fr-FR" cap="all" smtClean="0"/>
              <a:pPr algn="r"/>
              <a:t>12/11/2025</a:t>
            </a:fld>
            <a:endParaRPr lang="fr-FR" cap="all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fr-FR"/>
              <a:t>Agence pour l’informatique financière de l’État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 b="0">
                <a:latin typeface="+mj-lt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latin typeface="+mj-lt"/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latin typeface="+mj-lt"/>
              </a:defRPr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latin typeface="+mj-lt"/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latin typeface="+mj-lt"/>
              </a:defRPr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latin typeface="+mj-lt"/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>
                <a:latin typeface="+mj-lt"/>
              </a:defRPr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9544647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740702"/>
            <a:ext cx="11232000" cy="768085"/>
          </a:xfrm>
        </p:spPr>
        <p:txBody>
          <a:bodyPr anchor="ctr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fr-FR"/>
              <a:t>Agence pour l’informatique financière de l’État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 b="0">
                <a:latin typeface="+mj-lt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1796819"/>
            <a:ext cx="11376643" cy="4320480"/>
          </a:xfrm>
        </p:spPr>
        <p:txBody>
          <a:bodyPr/>
          <a:lstStyle>
            <a:lvl1pPr marL="228594" indent="-228594">
              <a:spcBef>
                <a:spcPts val="533"/>
              </a:spcBef>
              <a:spcAft>
                <a:spcPts val="1067"/>
              </a:spcAft>
              <a:buFont typeface="Wingdings" panose="05000000000000000000" pitchFamily="2" charset="2"/>
              <a:buChar char="§"/>
              <a:defRPr b="1">
                <a:latin typeface="+mj-lt"/>
              </a:defRPr>
            </a:lvl1pPr>
            <a:lvl2pPr marL="468588" indent="-228594">
              <a:spcBef>
                <a:spcPts val="800"/>
              </a:spcBef>
              <a:spcAft>
                <a:spcPts val="1067"/>
              </a:spcAft>
              <a:buFont typeface="Arial" panose="020B0604020202020204" pitchFamily="34" charset="0"/>
              <a:buChar char="•"/>
              <a:defRPr>
                <a:latin typeface="+mj-lt"/>
              </a:defRPr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Espace réservé de la date 2">
            <a:extLst>
              <a:ext uri="{FF2B5EF4-FFF2-40B4-BE49-F238E27FC236}">
                <a16:creationId xmlns:a16="http://schemas.microsoft.com/office/drawing/2014/main" id="{1B0EC0FE-AF4D-4C2C-B9E6-06C18787569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0608501" y="6378000"/>
            <a:ext cx="1103499" cy="480000"/>
          </a:xfr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pPr algn="r"/>
            <a:fld id="{8E285EBD-3270-46D7-B44C-BC01E9FB5F03}" type="datetime1">
              <a:rPr lang="fr-FR" cap="all" smtClean="0"/>
              <a:pPr algn="r"/>
              <a:t>12/11/2025</a:t>
            </a:fld>
            <a:endParaRPr lang="fr-FR" cap="all"/>
          </a:p>
        </p:txBody>
      </p:sp>
    </p:spTree>
    <p:extLst>
      <p:ext uri="{BB962C8B-B14F-4D97-AF65-F5344CB8AC3E}">
        <p14:creationId xmlns:p14="http://schemas.microsoft.com/office/powerpoint/2010/main" val="33313328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/>
            </a:lvl1pPr>
          </a:lstStyle>
          <a:p>
            <a:pPr algn="r"/>
            <a:fld id="{8770CBF5-8C57-4C44-8DA9-3E14D8278654}" type="datetime1">
              <a:rPr lang="fr-FR" cap="all" smtClean="0"/>
              <a:t>12/11/2025</a:t>
            </a:fld>
            <a:endParaRPr lang="fr-FR" cap="all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/>
              <a:t>Agence pour l’informatique financière de l’État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586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Agence pour l’informatique financière de l’État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latin typeface="+mj-lt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>
                <a:latin typeface="+mj-lt"/>
              </a:defRPr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>
                <a:latin typeface="+mj-lt"/>
              </a:defRPr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 baseline="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 baseline="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 baseline="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1" name="Espace réservé de la date 2"/>
          <p:cNvSpPr>
            <a:spLocks noGrp="1"/>
          </p:cNvSpPr>
          <p:nvPr>
            <p:ph type="dt" sz="half" idx="10"/>
          </p:nvPr>
        </p:nvSpPr>
        <p:spPr bwMode="gray">
          <a:xfrm>
            <a:off x="10608501" y="6378000"/>
            <a:ext cx="1103499" cy="480000"/>
          </a:xfr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pPr algn="r"/>
            <a:fld id="{35DEC600-0BEF-4B12-927C-D27192058F38}" type="datetime1">
              <a:rPr lang="fr-FR" cap="all" smtClean="0"/>
              <a:pPr algn="r"/>
              <a:t>12/11/2025</a:t>
            </a:fld>
            <a:endParaRPr lang="fr-FR" cap="all"/>
          </a:p>
        </p:txBody>
      </p:sp>
    </p:spTree>
    <p:extLst>
      <p:ext uri="{BB962C8B-B14F-4D97-AF65-F5344CB8AC3E}">
        <p14:creationId xmlns:p14="http://schemas.microsoft.com/office/powerpoint/2010/main" val="25432384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73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8.svg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2105999" y="378844"/>
            <a:ext cx="9198001" cy="60732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990600" y="1597702"/>
            <a:ext cx="10313400" cy="43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2105999" y="6084226"/>
            <a:ext cx="7830000" cy="35989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50">
                <a:solidFill>
                  <a:schemeClr val="bg2"/>
                </a:solidFill>
                <a:latin typeface="Montserrat Light" pitchFamily="2" charset="0"/>
              </a:defRPr>
            </a:lvl1pPr>
          </a:lstStyle>
          <a:p>
            <a:pPr algn="l"/>
            <a:r>
              <a:rPr lang="fr-FR"/>
              <a:t>Démonstration 1 | AIFE - Données essentielles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1592000" y="6084117"/>
            <a:ext cx="359999" cy="36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850">
                <a:solidFill>
                  <a:schemeClr val="bg2"/>
                </a:solidFill>
                <a:latin typeface="Montserrat Light" pitchFamily="2" charset="0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Graphique 10">
            <a:extLst>
              <a:ext uri="{FF2B5EF4-FFF2-40B4-BE49-F238E27FC236}">
                <a16:creationId xmlns:a16="http://schemas.microsoft.com/office/drawing/2014/main" id="{CA939EE3-7A38-79C7-9F1D-BE5CC18029EF}"/>
              </a:ext>
            </a:extLst>
          </p:cNvPr>
          <p:cNvSpPr>
            <a:spLocks noChangeAspect="1"/>
          </p:cNvSpPr>
          <p:nvPr/>
        </p:nvSpPr>
        <p:spPr bwMode="gray">
          <a:xfrm>
            <a:off x="990000" y="6253200"/>
            <a:ext cx="827738" cy="223200"/>
          </a:xfrm>
          <a:custGeom>
            <a:avLst/>
            <a:gdLst>
              <a:gd name="connsiteX0" fmla="*/ 339566 w 619220"/>
              <a:gd name="connsiteY0" fmla="*/ 29718 h 166973"/>
              <a:gd name="connsiteX1" fmla="*/ 317659 w 619220"/>
              <a:gd name="connsiteY1" fmla="*/ 7906 h 166973"/>
              <a:gd name="connsiteX2" fmla="*/ 286131 w 619220"/>
              <a:gd name="connsiteY2" fmla="*/ 191 h 166973"/>
              <a:gd name="connsiteX3" fmla="*/ 258699 w 619220"/>
              <a:gd name="connsiteY3" fmla="*/ 6858 h 166973"/>
              <a:gd name="connsiteX4" fmla="*/ 246221 w 619220"/>
              <a:gd name="connsiteY4" fmla="*/ 17240 h 166973"/>
              <a:gd name="connsiteX5" fmla="*/ 246221 w 619220"/>
              <a:gd name="connsiteY5" fmla="*/ 1810 h 166973"/>
              <a:gd name="connsiteX6" fmla="*/ 219266 w 619220"/>
              <a:gd name="connsiteY6" fmla="*/ 1810 h 166973"/>
              <a:gd name="connsiteX7" fmla="*/ 219266 w 619220"/>
              <a:gd name="connsiteY7" fmla="*/ 166973 h 166973"/>
              <a:gd name="connsiteX8" fmla="*/ 247364 w 619220"/>
              <a:gd name="connsiteY8" fmla="*/ 166973 h 166973"/>
              <a:gd name="connsiteX9" fmla="*/ 247364 w 619220"/>
              <a:gd name="connsiteY9" fmla="*/ 108204 h 166973"/>
              <a:gd name="connsiteX10" fmla="*/ 259175 w 619220"/>
              <a:gd name="connsiteY10" fmla="*/ 117824 h 166973"/>
              <a:gd name="connsiteX11" fmla="*/ 286131 w 619220"/>
              <a:gd name="connsiteY11" fmla="*/ 124492 h 166973"/>
              <a:gd name="connsiteX12" fmla="*/ 317659 w 619220"/>
              <a:gd name="connsiteY12" fmla="*/ 116777 h 166973"/>
              <a:gd name="connsiteX13" fmla="*/ 339566 w 619220"/>
              <a:gd name="connsiteY13" fmla="*/ 95155 h 166973"/>
              <a:gd name="connsiteX14" fmla="*/ 347663 w 619220"/>
              <a:gd name="connsiteY14" fmla="*/ 62389 h 166973"/>
              <a:gd name="connsiteX15" fmla="*/ 339566 w 619220"/>
              <a:gd name="connsiteY15" fmla="*/ 29718 h 166973"/>
              <a:gd name="connsiteX16" fmla="*/ 314039 w 619220"/>
              <a:gd name="connsiteY16" fmla="*/ 82296 h 166973"/>
              <a:gd name="connsiteX17" fmla="*/ 301181 w 619220"/>
              <a:gd name="connsiteY17" fmla="*/ 95726 h 166973"/>
              <a:gd name="connsiteX18" fmla="*/ 282702 w 619220"/>
              <a:gd name="connsiteY18" fmla="*/ 100489 h 166973"/>
              <a:gd name="connsiteX19" fmla="*/ 264509 w 619220"/>
              <a:gd name="connsiteY19" fmla="*/ 95726 h 166973"/>
              <a:gd name="connsiteX20" fmla="*/ 251555 w 619220"/>
              <a:gd name="connsiteY20" fmla="*/ 82296 h 166973"/>
              <a:gd name="connsiteX21" fmla="*/ 246793 w 619220"/>
              <a:gd name="connsiteY21" fmla="*/ 62294 h 166973"/>
              <a:gd name="connsiteX22" fmla="*/ 251555 w 619220"/>
              <a:gd name="connsiteY22" fmla="*/ 42196 h 166973"/>
              <a:gd name="connsiteX23" fmla="*/ 264509 w 619220"/>
              <a:gd name="connsiteY23" fmla="*/ 29051 h 166973"/>
              <a:gd name="connsiteX24" fmla="*/ 282702 w 619220"/>
              <a:gd name="connsiteY24" fmla="*/ 24384 h 166973"/>
              <a:gd name="connsiteX25" fmla="*/ 301181 w 619220"/>
              <a:gd name="connsiteY25" fmla="*/ 29051 h 166973"/>
              <a:gd name="connsiteX26" fmla="*/ 314039 w 619220"/>
              <a:gd name="connsiteY26" fmla="*/ 42196 h 166973"/>
              <a:gd name="connsiteX27" fmla="*/ 318802 w 619220"/>
              <a:gd name="connsiteY27" fmla="*/ 62294 h 166973"/>
              <a:gd name="connsiteX28" fmla="*/ 314039 w 619220"/>
              <a:gd name="connsiteY28" fmla="*/ 82296 h 166973"/>
              <a:gd name="connsiteX29" fmla="*/ 477203 w 619220"/>
              <a:gd name="connsiteY29" fmla="*/ 29909 h 166973"/>
              <a:gd name="connsiteX30" fmla="*/ 455391 w 619220"/>
              <a:gd name="connsiteY30" fmla="*/ 8001 h 166973"/>
              <a:gd name="connsiteX31" fmla="*/ 423863 w 619220"/>
              <a:gd name="connsiteY31" fmla="*/ 191 h 166973"/>
              <a:gd name="connsiteX32" fmla="*/ 391573 w 619220"/>
              <a:gd name="connsiteY32" fmla="*/ 8287 h 166973"/>
              <a:gd name="connsiteX33" fmla="*/ 369380 w 619220"/>
              <a:gd name="connsiteY33" fmla="*/ 30289 h 166973"/>
              <a:gd name="connsiteX34" fmla="*/ 361283 w 619220"/>
              <a:gd name="connsiteY34" fmla="*/ 62389 h 166973"/>
              <a:gd name="connsiteX35" fmla="*/ 369570 w 619220"/>
              <a:gd name="connsiteY35" fmla="*/ 94488 h 166973"/>
              <a:gd name="connsiteX36" fmla="*/ 392906 w 619220"/>
              <a:gd name="connsiteY36" fmla="*/ 116491 h 166973"/>
              <a:gd name="connsiteX37" fmla="*/ 428149 w 619220"/>
              <a:gd name="connsiteY37" fmla="*/ 124587 h 166973"/>
              <a:gd name="connsiteX38" fmla="*/ 456438 w 619220"/>
              <a:gd name="connsiteY38" fmla="*/ 119634 h 166973"/>
              <a:gd name="connsiteX39" fmla="*/ 477203 w 619220"/>
              <a:gd name="connsiteY39" fmla="*/ 105156 h 166973"/>
              <a:gd name="connsiteX40" fmla="*/ 461772 w 619220"/>
              <a:gd name="connsiteY40" fmla="*/ 87439 h 166973"/>
              <a:gd name="connsiteX41" fmla="*/ 447294 w 619220"/>
              <a:gd name="connsiteY41" fmla="*/ 97441 h 166973"/>
              <a:gd name="connsiteX42" fmla="*/ 428911 w 619220"/>
              <a:gd name="connsiteY42" fmla="*/ 100870 h 166973"/>
              <a:gd name="connsiteX43" fmla="*/ 407766 w 619220"/>
              <a:gd name="connsiteY43" fmla="*/ 96203 h 166973"/>
              <a:gd name="connsiteX44" fmla="*/ 393859 w 619220"/>
              <a:gd name="connsiteY44" fmla="*/ 83153 h 166973"/>
              <a:gd name="connsiteX45" fmla="*/ 389668 w 619220"/>
              <a:gd name="connsiteY45" fmla="*/ 71628 h 166973"/>
              <a:gd name="connsiteX46" fmla="*/ 484727 w 619220"/>
              <a:gd name="connsiteY46" fmla="*/ 71628 h 166973"/>
              <a:gd name="connsiteX47" fmla="*/ 485108 w 619220"/>
              <a:gd name="connsiteY47" fmla="*/ 67437 h 166973"/>
              <a:gd name="connsiteX48" fmla="*/ 485204 w 619220"/>
              <a:gd name="connsiteY48" fmla="*/ 63437 h 166973"/>
              <a:gd name="connsiteX49" fmla="*/ 477203 w 619220"/>
              <a:gd name="connsiteY49" fmla="*/ 29909 h 166973"/>
              <a:gd name="connsiteX50" fmla="*/ 393287 w 619220"/>
              <a:gd name="connsiteY50" fmla="*/ 40386 h 166973"/>
              <a:gd name="connsiteX51" fmla="*/ 405670 w 619220"/>
              <a:gd name="connsiteY51" fmla="*/ 27813 h 166973"/>
              <a:gd name="connsiteX52" fmla="*/ 423958 w 619220"/>
              <a:gd name="connsiteY52" fmla="*/ 23432 h 166973"/>
              <a:gd name="connsiteX53" fmla="*/ 442151 w 619220"/>
              <a:gd name="connsiteY53" fmla="*/ 27813 h 166973"/>
              <a:gd name="connsiteX54" fmla="*/ 454247 w 619220"/>
              <a:gd name="connsiteY54" fmla="*/ 40291 h 166973"/>
              <a:gd name="connsiteX55" fmla="*/ 458153 w 619220"/>
              <a:gd name="connsiteY55" fmla="*/ 52673 h 166973"/>
              <a:gd name="connsiteX56" fmla="*/ 389477 w 619220"/>
              <a:gd name="connsiteY56" fmla="*/ 52673 h 166973"/>
              <a:gd name="connsiteX57" fmla="*/ 393287 w 619220"/>
              <a:gd name="connsiteY57" fmla="*/ 40386 h 166973"/>
              <a:gd name="connsiteX58" fmla="*/ 612553 w 619220"/>
              <a:gd name="connsiteY58" fmla="*/ 23336 h 166973"/>
              <a:gd name="connsiteX59" fmla="*/ 619220 w 619220"/>
              <a:gd name="connsiteY59" fmla="*/ 53530 h 166973"/>
              <a:gd name="connsiteX60" fmla="*/ 619220 w 619220"/>
              <a:gd name="connsiteY60" fmla="*/ 122968 h 166973"/>
              <a:gd name="connsiteX61" fmla="*/ 590836 w 619220"/>
              <a:gd name="connsiteY61" fmla="*/ 122968 h 166973"/>
              <a:gd name="connsiteX62" fmla="*/ 590836 w 619220"/>
              <a:gd name="connsiteY62" fmla="*/ 57150 h 166973"/>
              <a:gd name="connsiteX63" fmla="*/ 583311 w 619220"/>
              <a:gd name="connsiteY63" fmla="*/ 33147 h 166973"/>
              <a:gd name="connsiteX64" fmla="*/ 561975 w 619220"/>
              <a:gd name="connsiteY64" fmla="*/ 25241 h 166973"/>
              <a:gd name="connsiteX65" fmla="*/ 544259 w 619220"/>
              <a:gd name="connsiteY65" fmla="*/ 29337 h 166973"/>
              <a:gd name="connsiteX66" fmla="*/ 532352 w 619220"/>
              <a:gd name="connsiteY66" fmla="*/ 41434 h 166973"/>
              <a:gd name="connsiteX67" fmla="*/ 528161 w 619220"/>
              <a:gd name="connsiteY67" fmla="*/ 61722 h 166973"/>
              <a:gd name="connsiteX68" fmla="*/ 528161 w 619220"/>
              <a:gd name="connsiteY68" fmla="*/ 122968 h 166973"/>
              <a:gd name="connsiteX69" fmla="*/ 500063 w 619220"/>
              <a:gd name="connsiteY69" fmla="*/ 122968 h 166973"/>
              <a:gd name="connsiteX70" fmla="*/ 500063 w 619220"/>
              <a:gd name="connsiteY70" fmla="*/ 1810 h 166973"/>
              <a:gd name="connsiteX71" fmla="*/ 527018 w 619220"/>
              <a:gd name="connsiteY71" fmla="*/ 1810 h 166973"/>
              <a:gd name="connsiteX72" fmla="*/ 527018 w 619220"/>
              <a:gd name="connsiteY72" fmla="*/ 17431 h 166973"/>
              <a:gd name="connsiteX73" fmla="*/ 540544 w 619220"/>
              <a:gd name="connsiteY73" fmla="*/ 6572 h 166973"/>
              <a:gd name="connsiteX74" fmla="*/ 568547 w 619220"/>
              <a:gd name="connsiteY74" fmla="*/ 191 h 166973"/>
              <a:gd name="connsiteX75" fmla="*/ 594551 w 619220"/>
              <a:gd name="connsiteY75" fmla="*/ 5905 h 166973"/>
              <a:gd name="connsiteX76" fmla="*/ 612553 w 619220"/>
              <a:gd name="connsiteY76" fmla="*/ 23336 h 166973"/>
              <a:gd name="connsiteX77" fmla="*/ 62199 w 619220"/>
              <a:gd name="connsiteY77" fmla="*/ 124587 h 166973"/>
              <a:gd name="connsiteX78" fmla="*/ 0 w 619220"/>
              <a:gd name="connsiteY78" fmla="*/ 62389 h 166973"/>
              <a:gd name="connsiteX79" fmla="*/ 62199 w 619220"/>
              <a:gd name="connsiteY79" fmla="*/ 191 h 166973"/>
              <a:gd name="connsiteX80" fmla="*/ 62199 w 619220"/>
              <a:gd name="connsiteY80" fmla="*/ 25718 h 166973"/>
              <a:gd name="connsiteX81" fmla="*/ 25527 w 619220"/>
              <a:gd name="connsiteY81" fmla="*/ 62389 h 166973"/>
              <a:gd name="connsiteX82" fmla="*/ 62199 w 619220"/>
              <a:gd name="connsiteY82" fmla="*/ 99060 h 166973"/>
              <a:gd name="connsiteX83" fmla="*/ 62199 w 619220"/>
              <a:gd name="connsiteY83" fmla="*/ 124587 h 166973"/>
              <a:gd name="connsiteX84" fmla="*/ 62199 w 619220"/>
              <a:gd name="connsiteY84" fmla="*/ 124587 h 166973"/>
              <a:gd name="connsiteX85" fmla="*/ 142399 w 619220"/>
              <a:gd name="connsiteY85" fmla="*/ 124587 h 166973"/>
              <a:gd name="connsiteX86" fmla="*/ 142399 w 619220"/>
              <a:gd name="connsiteY86" fmla="*/ 98965 h 166973"/>
              <a:gd name="connsiteX87" fmla="*/ 179070 w 619220"/>
              <a:gd name="connsiteY87" fmla="*/ 62294 h 166973"/>
              <a:gd name="connsiteX88" fmla="*/ 142399 w 619220"/>
              <a:gd name="connsiteY88" fmla="*/ 25622 h 166973"/>
              <a:gd name="connsiteX89" fmla="*/ 142399 w 619220"/>
              <a:gd name="connsiteY89" fmla="*/ 0 h 166973"/>
              <a:gd name="connsiteX90" fmla="*/ 204597 w 619220"/>
              <a:gd name="connsiteY90" fmla="*/ 62198 h 166973"/>
              <a:gd name="connsiteX91" fmla="*/ 142399 w 619220"/>
              <a:gd name="connsiteY91" fmla="*/ 124587 h 1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19220" h="166973">
                <a:moveTo>
                  <a:pt x="339566" y="29718"/>
                </a:moveTo>
                <a:cubicBezTo>
                  <a:pt x="334233" y="20384"/>
                  <a:pt x="326898" y="13049"/>
                  <a:pt x="317659" y="7906"/>
                </a:cubicBezTo>
                <a:cubicBezTo>
                  <a:pt x="308420" y="2762"/>
                  <a:pt x="297942" y="191"/>
                  <a:pt x="286131" y="191"/>
                </a:cubicBezTo>
                <a:cubicBezTo>
                  <a:pt x="276035" y="191"/>
                  <a:pt x="266891" y="2381"/>
                  <a:pt x="258699" y="6858"/>
                </a:cubicBezTo>
                <a:cubicBezTo>
                  <a:pt x="253937" y="9525"/>
                  <a:pt x="249746" y="12954"/>
                  <a:pt x="246221" y="17240"/>
                </a:cubicBezTo>
                <a:lnTo>
                  <a:pt x="246221" y="1810"/>
                </a:lnTo>
                <a:lnTo>
                  <a:pt x="219266" y="1810"/>
                </a:lnTo>
                <a:lnTo>
                  <a:pt x="219266" y="166973"/>
                </a:lnTo>
                <a:lnTo>
                  <a:pt x="247364" y="166973"/>
                </a:lnTo>
                <a:lnTo>
                  <a:pt x="247364" y="108204"/>
                </a:lnTo>
                <a:cubicBezTo>
                  <a:pt x="250793" y="112109"/>
                  <a:pt x="254699" y="115348"/>
                  <a:pt x="259175" y="117824"/>
                </a:cubicBezTo>
                <a:cubicBezTo>
                  <a:pt x="267176" y="122301"/>
                  <a:pt x="276225" y="124492"/>
                  <a:pt x="286131" y="124492"/>
                </a:cubicBezTo>
                <a:cubicBezTo>
                  <a:pt x="297942" y="124492"/>
                  <a:pt x="308420" y="121920"/>
                  <a:pt x="317659" y="116777"/>
                </a:cubicBezTo>
                <a:cubicBezTo>
                  <a:pt x="326898" y="111633"/>
                  <a:pt x="334137" y="104394"/>
                  <a:pt x="339566" y="95155"/>
                </a:cubicBezTo>
                <a:cubicBezTo>
                  <a:pt x="344900" y="85820"/>
                  <a:pt x="347663" y="74962"/>
                  <a:pt x="347663" y="62389"/>
                </a:cubicBezTo>
                <a:cubicBezTo>
                  <a:pt x="347663" y="50006"/>
                  <a:pt x="344996" y="39053"/>
                  <a:pt x="339566" y="29718"/>
                </a:cubicBezTo>
                <a:moveTo>
                  <a:pt x="314039" y="82296"/>
                </a:moveTo>
                <a:cubicBezTo>
                  <a:pt x="310896" y="88011"/>
                  <a:pt x="306610" y="92488"/>
                  <a:pt x="301181" y="95726"/>
                </a:cubicBezTo>
                <a:cubicBezTo>
                  <a:pt x="295847" y="98870"/>
                  <a:pt x="289655" y="100489"/>
                  <a:pt x="282702" y="100489"/>
                </a:cubicBezTo>
                <a:cubicBezTo>
                  <a:pt x="276035" y="100489"/>
                  <a:pt x="270034" y="98870"/>
                  <a:pt x="264509" y="95726"/>
                </a:cubicBezTo>
                <a:cubicBezTo>
                  <a:pt x="259080" y="92583"/>
                  <a:pt x="254794" y="88106"/>
                  <a:pt x="251555" y="82296"/>
                </a:cubicBezTo>
                <a:cubicBezTo>
                  <a:pt x="248412" y="76581"/>
                  <a:pt x="246793" y="69913"/>
                  <a:pt x="246793" y="62294"/>
                </a:cubicBezTo>
                <a:cubicBezTo>
                  <a:pt x="246793" y="54578"/>
                  <a:pt x="248412" y="47911"/>
                  <a:pt x="251555" y="42196"/>
                </a:cubicBezTo>
                <a:cubicBezTo>
                  <a:pt x="254699" y="36481"/>
                  <a:pt x="259080" y="32099"/>
                  <a:pt x="264509" y="29051"/>
                </a:cubicBezTo>
                <a:cubicBezTo>
                  <a:pt x="269939" y="25908"/>
                  <a:pt x="276035" y="24384"/>
                  <a:pt x="282702" y="24384"/>
                </a:cubicBezTo>
                <a:cubicBezTo>
                  <a:pt x="289655" y="24384"/>
                  <a:pt x="295847" y="25908"/>
                  <a:pt x="301181" y="29051"/>
                </a:cubicBezTo>
                <a:cubicBezTo>
                  <a:pt x="306515" y="32195"/>
                  <a:pt x="310801" y="36576"/>
                  <a:pt x="314039" y="42196"/>
                </a:cubicBezTo>
                <a:cubicBezTo>
                  <a:pt x="317183" y="47911"/>
                  <a:pt x="318802" y="54578"/>
                  <a:pt x="318802" y="62294"/>
                </a:cubicBezTo>
                <a:cubicBezTo>
                  <a:pt x="318802" y="69913"/>
                  <a:pt x="317278" y="76581"/>
                  <a:pt x="314039" y="82296"/>
                </a:cubicBezTo>
                <a:moveTo>
                  <a:pt x="477203" y="29909"/>
                </a:moveTo>
                <a:cubicBezTo>
                  <a:pt x="471869" y="20574"/>
                  <a:pt x="464630" y="13240"/>
                  <a:pt x="455391" y="8001"/>
                </a:cubicBezTo>
                <a:cubicBezTo>
                  <a:pt x="446151" y="2762"/>
                  <a:pt x="435674" y="191"/>
                  <a:pt x="423863" y="191"/>
                </a:cubicBezTo>
                <a:cubicBezTo>
                  <a:pt x="411766" y="191"/>
                  <a:pt x="401003" y="2858"/>
                  <a:pt x="391573" y="8287"/>
                </a:cubicBezTo>
                <a:cubicBezTo>
                  <a:pt x="382143" y="13621"/>
                  <a:pt x="374714" y="20955"/>
                  <a:pt x="369380" y="30289"/>
                </a:cubicBezTo>
                <a:cubicBezTo>
                  <a:pt x="364046" y="39624"/>
                  <a:pt x="361283" y="50292"/>
                  <a:pt x="361283" y="62389"/>
                </a:cubicBezTo>
                <a:cubicBezTo>
                  <a:pt x="361283" y="74486"/>
                  <a:pt x="364046" y="85154"/>
                  <a:pt x="369570" y="94488"/>
                </a:cubicBezTo>
                <a:cubicBezTo>
                  <a:pt x="375095" y="103822"/>
                  <a:pt x="382905" y="111157"/>
                  <a:pt x="392906" y="116491"/>
                </a:cubicBezTo>
                <a:cubicBezTo>
                  <a:pt x="403003" y="121825"/>
                  <a:pt x="414719" y="124587"/>
                  <a:pt x="428149" y="124587"/>
                </a:cubicBezTo>
                <a:cubicBezTo>
                  <a:pt x="438722" y="124587"/>
                  <a:pt x="448151" y="122968"/>
                  <a:pt x="456438" y="119634"/>
                </a:cubicBezTo>
                <a:cubicBezTo>
                  <a:pt x="464725" y="116300"/>
                  <a:pt x="471583" y="111443"/>
                  <a:pt x="477203" y="105156"/>
                </a:cubicBezTo>
                <a:lnTo>
                  <a:pt x="461772" y="87439"/>
                </a:lnTo>
                <a:cubicBezTo>
                  <a:pt x="457581" y="91821"/>
                  <a:pt x="452724" y="95155"/>
                  <a:pt x="447294" y="97441"/>
                </a:cubicBezTo>
                <a:cubicBezTo>
                  <a:pt x="441865" y="99727"/>
                  <a:pt x="435769" y="100870"/>
                  <a:pt x="428911" y="100870"/>
                </a:cubicBezTo>
                <a:cubicBezTo>
                  <a:pt x="420910" y="100870"/>
                  <a:pt x="413861" y="99346"/>
                  <a:pt x="407766" y="96203"/>
                </a:cubicBezTo>
                <a:cubicBezTo>
                  <a:pt x="401669" y="93059"/>
                  <a:pt x="397097" y="88773"/>
                  <a:pt x="393859" y="83153"/>
                </a:cubicBezTo>
                <a:cubicBezTo>
                  <a:pt x="391763" y="79629"/>
                  <a:pt x="390430" y="75724"/>
                  <a:pt x="389668" y="71628"/>
                </a:cubicBezTo>
                <a:lnTo>
                  <a:pt x="484727" y="71628"/>
                </a:lnTo>
                <a:cubicBezTo>
                  <a:pt x="484918" y="70390"/>
                  <a:pt x="485013" y="69056"/>
                  <a:pt x="485108" y="67437"/>
                </a:cubicBezTo>
                <a:cubicBezTo>
                  <a:pt x="485204" y="65818"/>
                  <a:pt x="485204" y="64484"/>
                  <a:pt x="485204" y="63437"/>
                </a:cubicBezTo>
                <a:cubicBezTo>
                  <a:pt x="485108" y="50387"/>
                  <a:pt x="482441" y="39338"/>
                  <a:pt x="477203" y="29909"/>
                </a:cubicBezTo>
                <a:moveTo>
                  <a:pt x="393287" y="40386"/>
                </a:moveTo>
                <a:cubicBezTo>
                  <a:pt x="396145" y="34957"/>
                  <a:pt x="400241" y="30766"/>
                  <a:pt x="405670" y="27813"/>
                </a:cubicBezTo>
                <a:cubicBezTo>
                  <a:pt x="411004" y="24860"/>
                  <a:pt x="417100" y="23432"/>
                  <a:pt x="423958" y="23432"/>
                </a:cubicBezTo>
                <a:cubicBezTo>
                  <a:pt x="430911" y="23432"/>
                  <a:pt x="437007" y="24860"/>
                  <a:pt x="442151" y="27813"/>
                </a:cubicBezTo>
                <a:cubicBezTo>
                  <a:pt x="447294" y="30766"/>
                  <a:pt x="451295" y="34957"/>
                  <a:pt x="454247" y="40291"/>
                </a:cubicBezTo>
                <a:cubicBezTo>
                  <a:pt x="456343" y="44101"/>
                  <a:pt x="457581" y="48196"/>
                  <a:pt x="458153" y="52673"/>
                </a:cubicBezTo>
                <a:lnTo>
                  <a:pt x="389477" y="52673"/>
                </a:lnTo>
                <a:cubicBezTo>
                  <a:pt x="390049" y="48196"/>
                  <a:pt x="391287" y="44101"/>
                  <a:pt x="393287" y="40386"/>
                </a:cubicBezTo>
                <a:moveTo>
                  <a:pt x="612553" y="23336"/>
                </a:moveTo>
                <a:cubicBezTo>
                  <a:pt x="617030" y="31242"/>
                  <a:pt x="619220" y="41243"/>
                  <a:pt x="619220" y="53530"/>
                </a:cubicBezTo>
                <a:lnTo>
                  <a:pt x="619220" y="122968"/>
                </a:lnTo>
                <a:lnTo>
                  <a:pt x="590836" y="122968"/>
                </a:lnTo>
                <a:lnTo>
                  <a:pt x="590836" y="57150"/>
                </a:lnTo>
                <a:cubicBezTo>
                  <a:pt x="590836" y="46387"/>
                  <a:pt x="588359" y="38386"/>
                  <a:pt x="583311" y="33147"/>
                </a:cubicBezTo>
                <a:cubicBezTo>
                  <a:pt x="578358" y="27813"/>
                  <a:pt x="571214" y="25241"/>
                  <a:pt x="561975" y="25241"/>
                </a:cubicBezTo>
                <a:cubicBezTo>
                  <a:pt x="555308" y="25241"/>
                  <a:pt x="549402" y="26575"/>
                  <a:pt x="544259" y="29337"/>
                </a:cubicBezTo>
                <a:cubicBezTo>
                  <a:pt x="539115" y="32099"/>
                  <a:pt x="535115" y="36100"/>
                  <a:pt x="532352" y="41434"/>
                </a:cubicBezTo>
                <a:cubicBezTo>
                  <a:pt x="529590" y="46768"/>
                  <a:pt x="528161" y="53530"/>
                  <a:pt x="528161" y="61722"/>
                </a:cubicBezTo>
                <a:lnTo>
                  <a:pt x="528161" y="122968"/>
                </a:lnTo>
                <a:lnTo>
                  <a:pt x="500063" y="122968"/>
                </a:lnTo>
                <a:lnTo>
                  <a:pt x="500063" y="1810"/>
                </a:lnTo>
                <a:lnTo>
                  <a:pt x="527018" y="1810"/>
                </a:lnTo>
                <a:lnTo>
                  <a:pt x="527018" y="17431"/>
                </a:lnTo>
                <a:cubicBezTo>
                  <a:pt x="530638" y="13049"/>
                  <a:pt x="535115" y="9430"/>
                  <a:pt x="540544" y="6572"/>
                </a:cubicBezTo>
                <a:cubicBezTo>
                  <a:pt x="548640" y="2381"/>
                  <a:pt x="557975" y="191"/>
                  <a:pt x="568547" y="191"/>
                </a:cubicBezTo>
                <a:cubicBezTo>
                  <a:pt x="578358" y="191"/>
                  <a:pt x="587026" y="2096"/>
                  <a:pt x="594551" y="5905"/>
                </a:cubicBezTo>
                <a:cubicBezTo>
                  <a:pt x="602075" y="9620"/>
                  <a:pt x="608076" y="15526"/>
                  <a:pt x="612553" y="23336"/>
                </a:cubicBezTo>
                <a:moveTo>
                  <a:pt x="62199" y="124587"/>
                </a:moveTo>
                <a:cubicBezTo>
                  <a:pt x="27908" y="124587"/>
                  <a:pt x="0" y="96679"/>
                  <a:pt x="0" y="62389"/>
                </a:cubicBezTo>
                <a:cubicBezTo>
                  <a:pt x="0" y="28099"/>
                  <a:pt x="27908" y="191"/>
                  <a:pt x="62199" y="191"/>
                </a:cubicBezTo>
                <a:lnTo>
                  <a:pt x="62199" y="25718"/>
                </a:lnTo>
                <a:cubicBezTo>
                  <a:pt x="42005" y="25718"/>
                  <a:pt x="25527" y="42196"/>
                  <a:pt x="25527" y="62389"/>
                </a:cubicBezTo>
                <a:cubicBezTo>
                  <a:pt x="25527" y="82582"/>
                  <a:pt x="42005" y="99060"/>
                  <a:pt x="62199" y="99060"/>
                </a:cubicBezTo>
                <a:lnTo>
                  <a:pt x="62199" y="124587"/>
                </a:lnTo>
                <a:lnTo>
                  <a:pt x="62199" y="124587"/>
                </a:lnTo>
                <a:close/>
                <a:moveTo>
                  <a:pt x="142399" y="124587"/>
                </a:moveTo>
                <a:lnTo>
                  <a:pt x="142399" y="98965"/>
                </a:lnTo>
                <a:cubicBezTo>
                  <a:pt x="162592" y="98965"/>
                  <a:pt x="179070" y="82487"/>
                  <a:pt x="179070" y="62294"/>
                </a:cubicBezTo>
                <a:cubicBezTo>
                  <a:pt x="179070" y="42101"/>
                  <a:pt x="162592" y="25622"/>
                  <a:pt x="142399" y="25622"/>
                </a:cubicBezTo>
                <a:lnTo>
                  <a:pt x="142399" y="0"/>
                </a:lnTo>
                <a:cubicBezTo>
                  <a:pt x="176689" y="0"/>
                  <a:pt x="204597" y="27908"/>
                  <a:pt x="204597" y="62198"/>
                </a:cubicBezTo>
                <a:cubicBezTo>
                  <a:pt x="204597" y="96488"/>
                  <a:pt x="176689" y="124587"/>
                  <a:pt x="142399" y="124587"/>
                </a:cubicBezTo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15" name="Graphique 13">
            <a:extLst>
              <a:ext uri="{FF2B5EF4-FFF2-40B4-BE49-F238E27FC236}">
                <a16:creationId xmlns:a16="http://schemas.microsoft.com/office/drawing/2014/main" id="{51B34B57-195A-1D3E-C901-3F516DD3915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57195" y="468000"/>
            <a:ext cx="777601" cy="460800"/>
            <a:chOff x="5815201" y="3253263"/>
            <a:chExt cx="568548" cy="345757"/>
          </a:xfrm>
          <a:solidFill>
            <a:schemeClr val="bg2"/>
          </a:solidFill>
        </p:grpSpPr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2268C2F4-F5E0-498B-8364-12F96C8B0633}"/>
                </a:ext>
              </a:extLst>
            </p:cNvPr>
            <p:cNvSpPr/>
            <p:nvPr/>
          </p:nvSpPr>
          <p:spPr bwMode="gray">
            <a:xfrm>
              <a:off x="5815201" y="3253263"/>
              <a:ext cx="178987" cy="345757"/>
            </a:xfrm>
            <a:custGeom>
              <a:avLst/>
              <a:gdLst>
                <a:gd name="connsiteX0" fmla="*/ 172879 w 172878"/>
                <a:gd name="connsiteY0" fmla="*/ 345758 h 345757"/>
                <a:gd name="connsiteX1" fmla="*/ 0 w 172878"/>
                <a:gd name="connsiteY1" fmla="*/ 172879 h 345757"/>
                <a:gd name="connsiteX2" fmla="*/ 172879 w 172878"/>
                <a:gd name="connsiteY2" fmla="*/ 0 h 345757"/>
                <a:gd name="connsiteX3" fmla="*/ 172879 w 172878"/>
                <a:gd name="connsiteY3" fmla="*/ 71057 h 345757"/>
                <a:gd name="connsiteX4" fmla="*/ 71057 w 172878"/>
                <a:gd name="connsiteY4" fmla="*/ 172879 h 345757"/>
                <a:gd name="connsiteX5" fmla="*/ 172879 w 172878"/>
                <a:gd name="connsiteY5" fmla="*/ 274701 h 345757"/>
                <a:gd name="connsiteX6" fmla="*/ 172879 w 172878"/>
                <a:gd name="connsiteY6" fmla="*/ 345758 h 345757"/>
                <a:gd name="connsiteX7" fmla="*/ 172879 w 172878"/>
                <a:gd name="connsiteY7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878" h="345757">
                  <a:moveTo>
                    <a:pt x="172879" y="345758"/>
                  </a:moveTo>
                  <a:cubicBezTo>
                    <a:pt x="77534" y="345758"/>
                    <a:pt x="0" y="268224"/>
                    <a:pt x="0" y="172879"/>
                  </a:cubicBezTo>
                  <a:cubicBezTo>
                    <a:pt x="0" y="77533"/>
                    <a:pt x="77534" y="0"/>
                    <a:pt x="172879" y="0"/>
                  </a:cubicBezTo>
                  <a:lnTo>
                    <a:pt x="172879" y="71057"/>
                  </a:lnTo>
                  <a:cubicBezTo>
                    <a:pt x="116777" y="71057"/>
                    <a:pt x="71057" y="116681"/>
                    <a:pt x="71057" y="172879"/>
                  </a:cubicBezTo>
                  <a:cubicBezTo>
                    <a:pt x="71057" y="228981"/>
                    <a:pt x="116681" y="274701"/>
                    <a:pt x="172879" y="274701"/>
                  </a:cubicBezTo>
                  <a:lnTo>
                    <a:pt x="172879" y="345758"/>
                  </a:lnTo>
                  <a:lnTo>
                    <a:pt x="172879" y="3457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F0E2E7E4-9561-0ADE-B27C-80ECA8B0AEDB}"/>
                </a:ext>
              </a:extLst>
            </p:cNvPr>
            <p:cNvSpPr/>
            <p:nvPr/>
          </p:nvSpPr>
          <p:spPr bwMode="gray">
            <a:xfrm>
              <a:off x="6204762" y="3253263"/>
              <a:ext cx="178987" cy="345757"/>
            </a:xfrm>
            <a:custGeom>
              <a:avLst/>
              <a:gdLst>
                <a:gd name="connsiteX0" fmla="*/ 0 w 172878"/>
                <a:gd name="connsiteY0" fmla="*/ 345758 h 345757"/>
                <a:gd name="connsiteX1" fmla="*/ 0 w 172878"/>
                <a:gd name="connsiteY1" fmla="*/ 274701 h 345757"/>
                <a:gd name="connsiteX2" fmla="*/ 101822 w 172878"/>
                <a:gd name="connsiteY2" fmla="*/ 172879 h 345757"/>
                <a:gd name="connsiteX3" fmla="*/ 0 w 172878"/>
                <a:gd name="connsiteY3" fmla="*/ 71057 h 345757"/>
                <a:gd name="connsiteX4" fmla="*/ 0 w 172878"/>
                <a:gd name="connsiteY4" fmla="*/ 0 h 345757"/>
                <a:gd name="connsiteX5" fmla="*/ 172879 w 172878"/>
                <a:gd name="connsiteY5" fmla="*/ 172879 h 345757"/>
                <a:gd name="connsiteX6" fmla="*/ 0 w 172878"/>
                <a:gd name="connsiteY6" fmla="*/ 345758 h 345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878" h="345757">
                  <a:moveTo>
                    <a:pt x="0" y="345758"/>
                  </a:moveTo>
                  <a:lnTo>
                    <a:pt x="0" y="274701"/>
                  </a:lnTo>
                  <a:cubicBezTo>
                    <a:pt x="56102" y="274701"/>
                    <a:pt x="101822" y="229076"/>
                    <a:pt x="101822" y="172879"/>
                  </a:cubicBezTo>
                  <a:cubicBezTo>
                    <a:pt x="101822" y="116681"/>
                    <a:pt x="56197" y="71057"/>
                    <a:pt x="0" y="71057"/>
                  </a:cubicBezTo>
                  <a:lnTo>
                    <a:pt x="0" y="0"/>
                  </a:lnTo>
                  <a:cubicBezTo>
                    <a:pt x="95345" y="0"/>
                    <a:pt x="172879" y="77533"/>
                    <a:pt x="172879" y="172879"/>
                  </a:cubicBezTo>
                  <a:cubicBezTo>
                    <a:pt x="172879" y="268224"/>
                    <a:pt x="95250" y="345758"/>
                    <a:pt x="0" y="34575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1" r:id="rId2"/>
    <p:sldLayoutId id="2147483820" r:id="rId3"/>
    <p:sldLayoutId id="2147483812" r:id="rId4"/>
    <p:sldLayoutId id="2147483817" r:id="rId5"/>
    <p:sldLayoutId id="2147483839" r:id="rId6"/>
    <p:sldLayoutId id="2147483813" r:id="rId7"/>
    <p:sldLayoutId id="2147483799" r:id="rId8"/>
    <p:sldLayoutId id="2147483822" r:id="rId9"/>
    <p:sldLayoutId id="2147483823" r:id="rId10"/>
    <p:sldLayoutId id="2147483824" r:id="rId11"/>
    <p:sldLayoutId id="2147483814" r:id="rId12"/>
    <p:sldLayoutId id="2147483815" r:id="rId13"/>
    <p:sldLayoutId id="2147483810" r:id="rId14"/>
    <p:sldLayoutId id="2147483827" r:id="rId15"/>
    <p:sldLayoutId id="2147483826" r:id="rId16"/>
    <p:sldLayoutId id="2147483835" r:id="rId17"/>
    <p:sldLayoutId id="2147483829" r:id="rId18"/>
    <p:sldLayoutId id="2147483830" r:id="rId19"/>
    <p:sldLayoutId id="2147483836" r:id="rId20"/>
    <p:sldLayoutId id="2147483837" r:id="rId21"/>
    <p:sldLayoutId id="2147483838" r:id="rId22"/>
    <p:sldLayoutId id="2147483840" r:id="rId23"/>
    <p:sldLayoutId id="2147483841" r:id="rId24"/>
    <p:sldLayoutId id="2147483818" r:id="rId25"/>
    <p:sldLayoutId id="2147483832" r:id="rId26"/>
    <p:sldLayoutId id="2147483833" r:id="rId27"/>
    <p:sldLayoutId id="2147483834" r:id="rId28"/>
    <p:sldLayoutId id="2147483842" r:id="rId29"/>
  </p:sldLayoutIdLst>
  <p:hf hdr="0" dt="0"/>
  <p:txStyles>
    <p:titleStyle>
      <a:lvl1pPr algn="l" defTabSz="1219170" rtl="0" eaLnBrk="1" latinLnBrk="0" hangingPunct="1">
        <a:lnSpc>
          <a:spcPct val="80000"/>
        </a:lnSpc>
        <a:spcBef>
          <a:spcPct val="0"/>
        </a:spcBef>
        <a:buNone/>
        <a:defRPr sz="1900" b="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just" defTabSz="1219170" rtl="0" eaLnBrk="1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268288" indent="-268288" algn="l" defTabSz="1219170" rtl="0" eaLnBrk="1" latinLnBrk="0" hangingPunct="1">
        <a:lnSpc>
          <a:spcPct val="135000"/>
        </a:lnSpc>
        <a:spcBef>
          <a:spcPts val="0"/>
        </a:spcBef>
        <a:spcAft>
          <a:spcPts val="150"/>
        </a:spcAft>
        <a:buClr>
          <a:schemeClr val="accent3"/>
        </a:buClr>
        <a:buFont typeface="Montserrat" pitchFamily="2" charset="0"/>
        <a:buChar char="‒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756000" indent="-180000" algn="l" defTabSz="1219170" rtl="0" eaLnBrk="1" latinLnBrk="0" hangingPunct="1">
        <a:lnSpc>
          <a:spcPct val="135000"/>
        </a:lnSpc>
        <a:spcBef>
          <a:spcPts val="0"/>
        </a:spcBef>
        <a:spcAft>
          <a:spcPts val="150"/>
        </a:spcAft>
        <a:buClr>
          <a:schemeClr val="accent3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972000" indent="-216000" algn="l" defTabSz="1219170" rtl="0" eaLnBrk="1" latinLnBrk="0" hangingPunct="1">
        <a:lnSpc>
          <a:spcPct val="135000"/>
        </a:lnSpc>
        <a:spcBef>
          <a:spcPts val="0"/>
        </a:spcBef>
        <a:spcAft>
          <a:spcPts val="150"/>
        </a:spcAft>
        <a:buClr>
          <a:schemeClr val="accent3"/>
        </a:buClr>
        <a:buSzPct val="80000"/>
        <a:buFont typeface="Montserrat" pitchFamily="2" charset="0"/>
        <a:buChar char="̵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98525" indent="0" algn="l" defTabSz="1219170" rtl="0" eaLnBrk="1" latinLnBrk="0" hangingPunct="1">
        <a:lnSpc>
          <a:spcPct val="135000"/>
        </a:lnSpc>
        <a:spcBef>
          <a:spcPts val="0"/>
        </a:spcBef>
        <a:buSzPct val="100000"/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583" userDrawn="1">
          <p15:clr>
            <a:srgbClr val="F26B43"/>
          </p15:clr>
        </p15:guide>
        <p15:guide id="4" pos="624" userDrawn="1">
          <p15:clr>
            <a:srgbClr val="F26B43"/>
          </p15:clr>
        </p15:guide>
        <p15:guide id="6" orient="horz" pos="1052" userDrawn="1">
          <p15:clr>
            <a:srgbClr val="F26B43"/>
          </p15:clr>
        </p15:guide>
        <p15:guide id="7" orient="horz" pos="4042" userDrawn="1">
          <p15:clr>
            <a:srgbClr val="F26B43"/>
          </p15:clr>
        </p15:guide>
        <p15:guide id="8" pos="1325" userDrawn="1">
          <p15:clr>
            <a:srgbClr val="F26B43"/>
          </p15:clr>
        </p15:guide>
        <p15:guide id="9" pos="7121" userDrawn="1">
          <p15:clr>
            <a:srgbClr val="F26B43"/>
          </p15:clr>
        </p15:guide>
        <p15:guide id="13" orient="horz" pos="37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898383"/>
            <a:ext cx="11232000" cy="7680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1796819"/>
            <a:ext cx="11232000" cy="43204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608501" y="6378000"/>
            <a:ext cx="1103499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0">
                <a:solidFill>
                  <a:schemeClr val="tx1"/>
                </a:solidFill>
                <a:latin typeface="+mj-lt"/>
              </a:defRPr>
            </a:lvl1pPr>
          </a:lstStyle>
          <a:p>
            <a:pPr algn="r"/>
            <a:fld id="{9FDBAA9E-100B-4508-B8C1-595EECAE053E}" type="datetime1">
              <a:rPr lang="fr-FR" cap="all" smtClean="0"/>
              <a:pPr algn="r"/>
              <a:t>12/11/2025</a:t>
            </a:fld>
            <a:endParaRPr lang="fr-FR" cap="all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8328501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Agence pour l’informatique financière de l’État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808501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0">
                <a:solidFill>
                  <a:schemeClr val="tx1"/>
                </a:solidFill>
                <a:latin typeface="+mj-lt"/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 userDrawn="1"/>
        </p:nvCxnSpPr>
        <p:spPr bwMode="gray">
          <a:xfrm>
            <a:off x="479999" y="732635"/>
            <a:ext cx="11232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Graphique 11">
            <a:extLst>
              <a:ext uri="{FF2B5EF4-FFF2-40B4-BE49-F238E27FC236}">
                <a16:creationId xmlns:a16="http://schemas.microsoft.com/office/drawing/2014/main" id="{96CB3FEA-B178-4578-8C62-077FD94DD1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1" r="56496" b="-1"/>
          <a:stretch/>
        </p:blipFill>
        <p:spPr>
          <a:xfrm>
            <a:off x="477776" y="153272"/>
            <a:ext cx="672075" cy="4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4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j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j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j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j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468893"/>
            <a:ext cx="12192000" cy="3264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fr-FR" sz="3200">
              <a:solidFill>
                <a:srgbClr val="FFFFFF"/>
              </a:solidFill>
              <a:latin typeface="Marianne"/>
            </a:endParaRP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3"/>
          </p:nvPr>
        </p:nvSpPr>
        <p:spPr>
          <a:xfrm>
            <a:off x="5094" y="3097917"/>
            <a:ext cx="9643300" cy="1536171"/>
          </a:xfrm>
        </p:spPr>
        <p:txBody>
          <a:bodyPr anchor="ctr"/>
          <a:lstStyle/>
          <a:p>
            <a:pPr algn="ctr"/>
            <a:r>
              <a:rPr lang="fr-FR" sz="5867" b="0" cap="small" dirty="0">
                <a:solidFill>
                  <a:srgbClr val="5EC5F2"/>
                </a:solidFill>
                <a:latin typeface="Tw Cen MT Condensed Extra Bold" panose="020B0803020202020204" pitchFamily="34" charset="0"/>
              </a:rPr>
              <a:t>Commande publique</a:t>
            </a:r>
          </a:p>
          <a:p>
            <a:pPr algn="ctr"/>
            <a:r>
              <a:rPr lang="fr-FR" sz="3733" cap="small" dirty="0">
                <a:solidFill>
                  <a:srgbClr val="EC5B5E"/>
                </a:solidFill>
                <a:latin typeface="Tw Cen MT" panose="020B0602020104020603" pitchFamily="34" charset="0"/>
                <a:ea typeface="+mj-ea"/>
                <a:cs typeface="+mj-cs"/>
              </a:rPr>
              <a:t>API DECP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995268"/>
            <a:ext cx="9552384" cy="535531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algn="ctr" defTabSz="1219140">
              <a:lnSpc>
                <a:spcPct val="90000"/>
              </a:lnSpc>
              <a:defRPr/>
            </a:pPr>
            <a:r>
              <a:rPr lang="fr-FR" sz="1600" b="1" cap="small" dirty="0">
                <a:latin typeface="Tw Cen MT"/>
              </a:rPr>
              <a:t>Démo 12/11/25</a:t>
            </a:r>
            <a:br>
              <a:rPr lang="fr-FR" sz="1600" b="1" cap="small" dirty="0">
                <a:latin typeface="Tw Cen MT" panose="020B0602020104020603" pitchFamily="34" charset="0"/>
              </a:rPr>
            </a:br>
            <a:r>
              <a:rPr lang="fr-FR" sz="1600" b="1" cap="small" dirty="0">
                <a:latin typeface="Tw Cen MT"/>
              </a:rPr>
              <a:t>Données essentielles</a:t>
            </a:r>
            <a:endParaRPr lang="fr-FR" sz="1467" b="1" dirty="0">
              <a:latin typeface="Tw Cen M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18774D9-76A8-4C68-9F71-BF372E3292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5945" b="19722"/>
          <a:stretch/>
        </p:blipFill>
        <p:spPr>
          <a:xfrm>
            <a:off x="7576896" y="2492507"/>
            <a:ext cx="4600460" cy="4372136"/>
          </a:xfrm>
          <a:prstGeom prst="rect">
            <a:avLst/>
          </a:prstGeom>
        </p:spPr>
      </p:pic>
      <p:sp>
        <p:nvSpPr>
          <p:cNvPr id="4" name="Zone de texte 2">
            <a:extLst>
              <a:ext uri="{FF2B5EF4-FFF2-40B4-BE49-F238E27FC236}">
                <a16:creationId xmlns:a16="http://schemas.microsoft.com/office/drawing/2014/main" id="{E9D0C2C5-12E6-A29F-67B2-E5D5F97F3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00" y="6049751"/>
            <a:ext cx="11266693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48000" tIns="0" rIns="48000" bIns="0" anchor="t" anchorCtr="0">
            <a:spAutoFit/>
          </a:bodyPr>
          <a:lstStyle/>
          <a:p>
            <a:pPr marR="117475">
              <a:spcAft>
                <a:spcPts val="400"/>
              </a:spcAft>
              <a:buSzPct val="150000"/>
            </a:pPr>
            <a:r>
              <a:rPr lang="fr-FR" sz="1200" dirty="0"/>
              <a:t>Classification de la présentation : Protégé ☑️ </a:t>
            </a:r>
            <a:endParaRPr lang="en-US" dirty="0"/>
          </a:p>
          <a:p>
            <a:pPr marR="117475">
              <a:spcAft>
                <a:spcPts val="400"/>
              </a:spcAft>
              <a:buSzPct val="150000"/>
            </a:pPr>
            <a:r>
              <a:rPr lang="fr-FR" sz="1200" dirty="0"/>
              <a:t>Référence du document : </a:t>
            </a:r>
            <a:r>
              <a:rPr lang="it-IT" sz="1200" dirty="0"/>
              <a:t>AIFE-TMA_TNCP_DECP Démo 12-11-2025_V1-00</a:t>
            </a:r>
          </a:p>
          <a:p>
            <a:pPr marR="117475">
              <a:spcAft>
                <a:spcPts val="400"/>
              </a:spcAft>
              <a:buSzPct val="150000"/>
            </a:pPr>
            <a:endParaRPr lang="it-IT" sz="1200" dirty="0"/>
          </a:p>
          <a:p>
            <a:pPr marR="117475">
              <a:spcAft>
                <a:spcPts val="400"/>
              </a:spcAft>
              <a:buSzPct val="150000"/>
            </a:pPr>
            <a:endParaRPr lang="it-IT" sz="1200" dirty="0"/>
          </a:p>
          <a:p>
            <a:pPr marR="117475">
              <a:spcAft>
                <a:spcPts val="400"/>
              </a:spcAft>
              <a:buSzPct val="150000"/>
            </a:pPr>
            <a:endParaRPr lang="it-IT" sz="1200" dirty="0"/>
          </a:p>
          <a:p>
            <a:pPr marR="117475">
              <a:spcAft>
                <a:spcPts val="400"/>
              </a:spcAft>
              <a:buSzPct val="150000"/>
            </a:pPr>
            <a:r>
              <a:rPr lang="fr-FR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4590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pèze 5">
            <a:extLst>
              <a:ext uri="{FF2B5EF4-FFF2-40B4-BE49-F238E27FC236}">
                <a16:creationId xmlns:a16="http://schemas.microsoft.com/office/drawing/2014/main" id="{AA9E4EBB-F179-421B-84C9-10B9DBC5652E}"/>
              </a:ext>
            </a:extLst>
          </p:cNvPr>
          <p:cNvSpPr/>
          <p:nvPr/>
        </p:nvSpPr>
        <p:spPr>
          <a:xfrm rot="7263128">
            <a:off x="7117487" y="605954"/>
            <a:ext cx="499157" cy="201260"/>
          </a:xfrm>
          <a:prstGeom prst="trapezoid">
            <a:avLst>
              <a:gd name="adj" fmla="val 32486"/>
            </a:avLst>
          </a:prstGeom>
          <a:solidFill>
            <a:srgbClr val="83D2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4EEE5-3AD6-4A07-A1AF-833B1DF2F22C}"/>
              </a:ext>
            </a:extLst>
          </p:cNvPr>
          <p:cNvSpPr/>
          <p:nvPr/>
        </p:nvSpPr>
        <p:spPr>
          <a:xfrm>
            <a:off x="-1" y="0"/>
            <a:ext cx="380934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/>
          </a:p>
        </p:txBody>
      </p:sp>
      <p:sp>
        <p:nvSpPr>
          <p:cNvPr id="27" name="Titre 1"/>
          <p:cNvSpPr>
            <a:spLocks noGrp="1"/>
          </p:cNvSpPr>
          <p:nvPr>
            <p:ph type="title" idx="4294967295"/>
          </p:nvPr>
        </p:nvSpPr>
        <p:spPr>
          <a:xfrm>
            <a:off x="7195312" y="228038"/>
            <a:ext cx="1903641" cy="992717"/>
          </a:xfrm>
          <a:prstGeom prst="rect">
            <a:avLst/>
          </a:prstGeom>
        </p:spPr>
        <p:txBody>
          <a:bodyPr anchor="ctr"/>
          <a:lstStyle/>
          <a:p>
            <a:r>
              <a:rPr lang="fr-FR" sz="2667" cap="small">
                <a:solidFill>
                  <a:srgbClr val="EC5B5E"/>
                </a:solidFill>
                <a:latin typeface="Marianne" panose="02000000000000000000" pitchFamily="2" charset="0"/>
              </a:rPr>
              <a:t>Sommaire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63B718B-38A7-4120-802A-6A59075E44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l="18402" t="-1" r="25475" b="1723"/>
          <a:stretch/>
        </p:blipFill>
        <p:spPr>
          <a:xfrm>
            <a:off x="-1" y="1747384"/>
            <a:ext cx="3809348" cy="427390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44BF2452-EB6D-459F-A6C6-2FE03FAE11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9906" b="8607"/>
          <a:stretch/>
        </p:blipFill>
        <p:spPr>
          <a:xfrm>
            <a:off x="10367797" y="5334480"/>
            <a:ext cx="1824203" cy="152352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5EE5D20-E6B8-46E4-90B5-3911C4B72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56" y="240000"/>
            <a:ext cx="3253256" cy="107676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7DFECA-AE4B-384A-9B99-9CDA80890385}"/>
              </a:ext>
            </a:extLst>
          </p:cNvPr>
          <p:cNvSpPr/>
          <p:nvPr/>
        </p:nvSpPr>
        <p:spPr>
          <a:xfrm>
            <a:off x="4871864" y="1844824"/>
            <a:ext cx="5952661" cy="3909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91440" bIns="45720" rtlCol="0" anchor="t"/>
          <a:lstStyle/>
          <a:p>
            <a:pPr marL="456565" indent="-456565" defTabSz="914332">
              <a:spcAft>
                <a:spcPts val="2000"/>
              </a:spcAft>
              <a:buFont typeface="+mj-lt"/>
              <a:buAutoNum type="arabicPeriod"/>
              <a:defRPr/>
            </a:pPr>
            <a:r>
              <a:rPr lang="fr-FR" sz="2000" b="1" cap="small" dirty="0">
                <a:solidFill>
                  <a:prstClr val="black">
                    <a:lumMod val="75000"/>
                    <a:lumOff val="25000"/>
                  </a:prstClr>
                </a:solidFill>
                <a:latin typeface="Marianne"/>
                <a:ea typeface="Open Sans"/>
                <a:cs typeface="Open Sans"/>
              </a:rPr>
              <a:t>Transmission API DECP</a:t>
            </a:r>
          </a:p>
          <a:p>
            <a:pPr marL="456565" indent="-456565" defTabSz="914332">
              <a:spcAft>
                <a:spcPts val="2000"/>
              </a:spcAft>
              <a:buFont typeface="+mj-lt"/>
              <a:buAutoNum type="arabicPeriod"/>
              <a:defRPr/>
            </a:pPr>
            <a:r>
              <a:rPr lang="fr-FR" sz="2000" b="1" cap="small" dirty="0">
                <a:solidFill>
                  <a:prstClr val="black">
                    <a:lumMod val="75000"/>
                    <a:lumOff val="25000"/>
                  </a:prstClr>
                </a:solidFill>
                <a:ea typeface="Open Sans"/>
                <a:cs typeface="Open Sans"/>
              </a:rPr>
              <a:t>Présentation des règles de gestion de mise à jour d’une donnée essentielle </a:t>
            </a:r>
            <a:endParaRPr lang="fr-FR" sz="2000" b="1" cap="small" dirty="0">
              <a:solidFill>
                <a:prstClr val="black">
                  <a:lumMod val="75000"/>
                  <a:lumOff val="25000"/>
                </a:prstClr>
              </a:solidFill>
              <a:latin typeface="Mariann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6565" indent="-456565" defTabSz="914332">
              <a:spcAft>
                <a:spcPts val="2000"/>
              </a:spcAft>
              <a:buFont typeface="+mj-lt"/>
              <a:buAutoNum type="arabicPeriod"/>
              <a:defRPr/>
            </a:pPr>
            <a:r>
              <a:rPr lang="fr-FR" sz="2100" b="1" cap="small" dirty="0">
                <a:solidFill>
                  <a:prstClr val="black">
                    <a:lumMod val="75000"/>
                    <a:lumOff val="25000"/>
                  </a:prstClr>
                </a:solidFill>
                <a:latin typeface="Marianne"/>
                <a:ea typeface="Open Sans"/>
                <a:cs typeface="Open Sans"/>
              </a:rPr>
              <a:t>Présentation du format des données validées en sortie </a:t>
            </a:r>
          </a:p>
          <a:p>
            <a:pPr marL="456565" indent="-456565" defTabSz="914332">
              <a:spcAft>
                <a:spcPts val="2000"/>
              </a:spcAft>
              <a:buFont typeface="+mj-lt"/>
              <a:buAutoNum type="arabicPeriod"/>
              <a:defRPr/>
            </a:pPr>
            <a:endParaRPr lang="fr-FR" sz="2133" b="1" cap="small" dirty="0">
              <a:solidFill>
                <a:prstClr val="black">
                  <a:lumMod val="75000"/>
                  <a:lumOff val="25000"/>
                </a:prstClr>
              </a:solidFill>
              <a:latin typeface="Marianne" panose="020000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85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10608501" y="6378000"/>
            <a:ext cx="1103499" cy="480000"/>
          </a:xfrm>
        </p:spPr>
        <p:txBody>
          <a:bodyPr anchor="ctr"/>
          <a:lstStyle/>
          <a:p>
            <a:pPr algn="r">
              <a:defRPr/>
            </a:pPr>
            <a:r>
              <a:rPr lang="fr-FR" cap="all" dirty="0">
                <a:solidFill>
                  <a:srgbClr val="000000"/>
                </a:solidFill>
                <a:latin typeface="Marianne"/>
              </a:rPr>
              <a:t>12/11/2025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80000" y="6378000"/>
            <a:ext cx="3215733" cy="480000"/>
          </a:xfrm>
        </p:spPr>
        <p:txBody>
          <a:bodyPr/>
          <a:lstStyle/>
          <a:p>
            <a:pPr>
              <a:defRPr/>
            </a:pPr>
            <a:r>
              <a:rPr lang="fr-FR">
                <a:solidFill>
                  <a:srgbClr val="000000"/>
                </a:solidFill>
                <a:latin typeface="Marianne"/>
              </a:rPr>
              <a:t>Agence pour l’informatique financière de l’État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0390364" y="6378000"/>
            <a:ext cx="218137" cy="480000"/>
          </a:xfrm>
        </p:spPr>
        <p:txBody>
          <a:bodyPr/>
          <a:lstStyle/>
          <a:p>
            <a:pPr>
              <a:defRPr/>
            </a:pPr>
            <a:fld id="{733122C9-A0B9-462F-8757-0847AD287B63}" type="slidenum">
              <a:rPr lang="fr-FR">
                <a:solidFill>
                  <a:srgbClr val="000000"/>
                </a:solidFill>
                <a:latin typeface="Marianne"/>
              </a:rPr>
              <a:pPr>
                <a:defRPr/>
              </a:pPr>
              <a:t>3</a:t>
            </a:fld>
            <a:endParaRPr lang="fr-FR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" name="Titre 6"/>
          <p:cNvSpPr txBox="1">
            <a:spLocks/>
          </p:cNvSpPr>
          <p:nvPr/>
        </p:nvSpPr>
        <p:spPr bwMode="gray">
          <a:xfrm>
            <a:off x="1230348" y="196645"/>
            <a:ext cx="7453317" cy="74070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50" b="1" kern="1200">
                <a:solidFill>
                  <a:schemeClr val="tx1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defTabSz="1219170">
              <a:defRPr/>
            </a:pPr>
            <a:r>
              <a:rPr lang="fr-FR" sz="2400" kern="0" cap="small" dirty="0">
                <a:solidFill>
                  <a:srgbClr val="2D2C4A"/>
                </a:solidFill>
                <a:latin typeface="Tw Cen MT"/>
                <a:ea typeface="ＭＳ Ｐゴシック"/>
              </a:rPr>
              <a:t> Périmètre de la démo : l’API DECP</a:t>
            </a:r>
            <a:endParaRPr lang="fr-FR" sz="2400" b="0" kern="0" cap="small" dirty="0">
              <a:solidFill>
                <a:srgbClr val="000000"/>
              </a:solidFill>
              <a:latin typeface="Tw Cen MT"/>
              <a:ea typeface="ＭＳ Ｐゴシック" pitchFamily="-112" charset="-128"/>
            </a:endParaRPr>
          </a:p>
          <a:p>
            <a:pPr defTabSz="1219170">
              <a:lnSpc>
                <a:spcPct val="100000"/>
              </a:lnSpc>
              <a:defRPr/>
            </a:pPr>
            <a:endParaRPr lang="fr-FR" sz="2400" kern="0" cap="small" dirty="0">
              <a:solidFill>
                <a:srgbClr val="2D2C4A"/>
              </a:solidFill>
              <a:latin typeface="Marianne"/>
              <a:ea typeface="ＭＳ Ｐゴシック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2ECC4E-5B21-DF8A-62D3-93BF66FEB2E4}"/>
              </a:ext>
            </a:extLst>
          </p:cNvPr>
          <p:cNvSpPr txBox="1"/>
          <p:nvPr/>
        </p:nvSpPr>
        <p:spPr>
          <a:xfrm>
            <a:off x="574261" y="1518479"/>
            <a:ext cx="1073426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 dirty="0"/>
              <a:t>I. Transmission API DECP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/>
              <a:t>Transmission des données essentielles à travers l’API DECP.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/>
              <a:t>Contrôle automatique de la conformité et des règles de gestion applicables à l’enregistrement des données dans la base de données DECP</a:t>
            </a:r>
          </a:p>
          <a:p>
            <a:endParaRPr lang="fr-FR" sz="2000" dirty="0"/>
          </a:p>
          <a:p>
            <a:r>
              <a:rPr lang="fr-FR" sz="2000" b="1" dirty="0"/>
              <a:t>II. Règles de gestion de mise à jour De l’</a:t>
            </a:r>
            <a:r>
              <a:rPr lang="fr-FR" sz="2000" b="1" cap="small" dirty="0">
                <a:solidFill>
                  <a:prstClr val="black">
                    <a:lumMod val="75000"/>
                    <a:lumOff val="25000"/>
                  </a:prstClr>
                </a:solidFill>
                <a:ea typeface="Open Sans"/>
                <a:cs typeface="Open Sans"/>
              </a:rPr>
              <a:t> API DECP</a:t>
            </a:r>
            <a:endParaRPr lang="fr-FR" sz="2000" dirty="0"/>
          </a:p>
          <a:p>
            <a:r>
              <a:rPr lang="fr-FR" sz="2000" b="1" dirty="0"/>
              <a:t>III. Présentation du format des données validées (standard JSON DAJ)</a:t>
            </a:r>
            <a:endParaRPr lang="fr-FR" sz="2000" dirty="0"/>
          </a:p>
          <a:p>
            <a:r>
              <a:rPr lang="fr-FR" sz="2000" dirty="0"/>
              <a:t>Regroupement et préparation des données validées en lots, selon le format JSON standard défini par la DAJ.</a:t>
            </a:r>
          </a:p>
          <a:p>
            <a:endParaRPr lang="fr-FR" sz="2000" b="1" dirty="0">
              <a:latin typeface="Marianne"/>
              <a:cs typeface="Arial"/>
            </a:endParaRPr>
          </a:p>
          <a:p>
            <a:endParaRPr lang="en-US" sz="2000" b="1" dirty="0">
              <a:latin typeface="Marianne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051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CC53-7B40-05D6-5A0A-72E6067C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9BCE2-84DC-2F10-4BA1-380215FD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Agence pour l’informatique financière de l’État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B39FC-5B17-2319-5ACB-98BEC9AA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1EC192-B194-1318-ADBC-530643B7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12/11/2025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CA9286A-92E4-66A1-B66F-EB4F70397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224" y="0"/>
            <a:ext cx="11232000" cy="768085"/>
          </a:xfrm>
        </p:spPr>
        <p:txBody>
          <a:bodyPr/>
          <a:lstStyle/>
          <a:p>
            <a:r>
              <a:rPr lang="fr-FR" sz="2400" cap="small" dirty="0">
                <a:solidFill>
                  <a:srgbClr val="2D2C4A"/>
                </a:solidFill>
                <a:ea typeface="+mj-lt"/>
                <a:cs typeface="+mj-lt"/>
              </a:rPr>
              <a:t>i. </a:t>
            </a:r>
            <a:r>
              <a:rPr lang="fr-FR" sz="2400" cap="small" dirty="0">
                <a:solidFill>
                  <a:prstClr val="black">
                    <a:lumMod val="75000"/>
                    <a:lumOff val="25000"/>
                  </a:prstClr>
                </a:solidFill>
                <a:ea typeface="Open Sans"/>
                <a:cs typeface="Open Sans"/>
              </a:rPr>
              <a:t>Transmission de l’ API DECP</a:t>
            </a:r>
            <a:endParaRPr lang="en-US" sz="2400" b="0" dirty="0">
              <a:ea typeface="+mj-lt"/>
              <a:cs typeface="+mj-lt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3FC7A11-A5C7-52E4-3BC9-AA5C03DBE968}"/>
              </a:ext>
            </a:extLst>
          </p:cNvPr>
          <p:cNvSpPr txBox="1"/>
          <p:nvPr/>
        </p:nvSpPr>
        <p:spPr>
          <a:xfrm>
            <a:off x="356362" y="1027027"/>
            <a:ext cx="11054775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fr-FR" sz="1200" b="1" dirty="0"/>
              <a:t>RG_POST_1</a:t>
            </a:r>
          </a:p>
          <a:p>
            <a:pPr>
              <a:lnSpc>
                <a:spcPts val="1350"/>
              </a:lnSpc>
            </a:pPr>
            <a:endParaRPr lang="fr-FR" sz="1200" b="1" dirty="0"/>
          </a:p>
          <a:p>
            <a:r>
              <a:rPr lang="fr-FR" sz="1200" dirty="0"/>
              <a:t>Si le format d’entrée n’est pas respecté (champ obligatoire manquant et/ou valeur ne respectant pas la contrainte de format), alors le flux est rejeté avec un code HTTP 400.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C460F75B-1C51-4883-008B-68B9FF02C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187393"/>
              </p:ext>
            </p:extLst>
          </p:nvPr>
        </p:nvGraphicFramePr>
        <p:xfrm>
          <a:off x="142805" y="1668418"/>
          <a:ext cx="11963399" cy="33382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2852">
                  <a:extLst>
                    <a:ext uri="{9D8B030D-6E8A-4147-A177-3AD203B41FA5}">
                      <a16:colId xmlns:a16="http://schemas.microsoft.com/office/drawing/2014/main" val="190828904"/>
                    </a:ext>
                  </a:extLst>
                </a:gridCol>
                <a:gridCol w="1363708">
                  <a:extLst>
                    <a:ext uri="{9D8B030D-6E8A-4147-A177-3AD203B41FA5}">
                      <a16:colId xmlns:a16="http://schemas.microsoft.com/office/drawing/2014/main" val="642129661"/>
                    </a:ext>
                  </a:extLst>
                </a:gridCol>
                <a:gridCol w="2366355">
                  <a:extLst>
                    <a:ext uri="{9D8B030D-6E8A-4147-A177-3AD203B41FA5}">
                      <a16:colId xmlns:a16="http://schemas.microsoft.com/office/drawing/2014/main" val="3011515644"/>
                    </a:ext>
                  </a:extLst>
                </a:gridCol>
                <a:gridCol w="1881504">
                  <a:extLst>
                    <a:ext uri="{9D8B030D-6E8A-4147-A177-3AD203B41FA5}">
                      <a16:colId xmlns:a16="http://schemas.microsoft.com/office/drawing/2014/main" val="61794805"/>
                    </a:ext>
                  </a:extLst>
                </a:gridCol>
                <a:gridCol w="2434490">
                  <a:extLst>
                    <a:ext uri="{9D8B030D-6E8A-4147-A177-3AD203B41FA5}">
                      <a16:colId xmlns:a16="http://schemas.microsoft.com/office/drawing/2014/main" val="1615778106"/>
                    </a:ext>
                  </a:extLst>
                </a:gridCol>
                <a:gridCol w="2434490">
                  <a:extLst>
                    <a:ext uri="{9D8B030D-6E8A-4147-A177-3AD203B41FA5}">
                      <a16:colId xmlns:a16="http://schemas.microsoft.com/office/drawing/2014/main" val="4182029600"/>
                    </a:ext>
                  </a:extLst>
                </a:gridCol>
              </a:tblGrid>
              <a:tr h="32076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ID Test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Contexte</a:t>
                      </a: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Données d’entrée</a:t>
                      </a: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Valeurs testées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Résultat attendu 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Démo du 12/11/2025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132833"/>
                  </a:ext>
                </a:extLst>
              </a:tr>
              <a:tr h="3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TC_RG_POST_1_01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Tous les champs obligatoires présents et valides 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Requête complète conforme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Tous champs valides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✅ 200 OK</a:t>
                      </a:r>
                    </a:p>
                    <a:p>
                      <a:pPr>
                        <a:buNone/>
                      </a:pPr>
                      <a:r>
                        <a:rPr lang="fr-FR" sz="1200" dirty="0"/>
                        <a:t>Donnée enregistrée dans la base de données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Validée par la DAJ 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30909"/>
                  </a:ext>
                </a:extLst>
              </a:tr>
              <a:tr h="328053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TC_RG_POST_1_02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0" dirty="0"/>
                        <a:t>Tous les champs obligatoires et facultatifs présents et valides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Requête complète conforme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Tous champs valides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✅ 200 OK</a:t>
                      </a:r>
                    </a:p>
                    <a:p>
                      <a:pPr>
                        <a:buNone/>
                      </a:pPr>
                      <a:r>
                        <a:rPr lang="fr-FR" sz="1200" dirty="0"/>
                        <a:t>Donnée enregistrée dans la base de données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177425"/>
                  </a:ext>
                </a:extLst>
              </a:tr>
              <a:tr h="3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TC_RG_POST_1_03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Contrainte format non respectée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dirty="0"/>
                        <a:t>Champ </a:t>
                      </a:r>
                      <a:r>
                        <a:rPr lang="fr-F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datePublicationDonnees</a:t>
                      </a:r>
                      <a:r>
                        <a:rPr lang="fr-FR" sz="1200" dirty="0"/>
                        <a:t> au format </a:t>
                      </a: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15/03/2025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Format incorrect (attendu : </a:t>
                      </a: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AAAA-MM-JJ</a:t>
                      </a:r>
                      <a:r>
                        <a:rPr lang="fr-FR" sz="1200" dirty="0"/>
                        <a:t>)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❌ 400 </a:t>
                      </a:r>
                    </a:p>
                    <a:p>
                      <a:pPr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flux rejeté </a:t>
                      </a: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022907"/>
                  </a:ext>
                </a:extLst>
              </a:tr>
              <a:tr h="3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  <a:effectLst/>
                        </a:rPr>
                        <a:t>C_RG_POST_1_04</a:t>
                      </a:r>
                    </a:p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Code CPV non autorisé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codeCPV  hors référentiel autorisé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Valeur non reconnue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❌   400</a:t>
                      </a:r>
                    </a:p>
                    <a:p>
                      <a:pPr>
                        <a:buNone/>
                      </a:pPr>
                      <a:r>
                        <a:rPr lang="fr-FR" sz="1200" dirty="0">
                          <a:effectLst/>
                        </a:rPr>
                        <a:t>flux   rejeté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>
                        <a:effectLst/>
                      </a:endParaRP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941268"/>
                  </a:ext>
                </a:extLst>
              </a:tr>
              <a:tr h="32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TC_RG_POST_1_04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Champs obligatoires manquants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3 champs obligatoires absents ()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Champs obligatoires manquants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❌ 400 </a:t>
                      </a:r>
                    </a:p>
                    <a:p>
                      <a:pPr>
                        <a:buNone/>
                      </a:pPr>
                      <a:r>
                        <a:rPr lang="fr-FR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flux est rejeté  avec un message d’erreur détaillé </a:t>
                      </a: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45596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CCF34167-CE4F-5665-7E6D-C9F282DAA754}"/>
              </a:ext>
            </a:extLst>
          </p:cNvPr>
          <p:cNvSpPr txBox="1"/>
          <p:nvPr/>
        </p:nvSpPr>
        <p:spPr>
          <a:xfrm>
            <a:off x="340168" y="5522181"/>
            <a:ext cx="11653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En cas d’erreur lors de la transmission d’une donnée essentielle (marché public ou contrat de concession), le </a:t>
            </a:r>
            <a:r>
              <a:rPr lang="fr-FR" sz="1400" b="1" dirty="0"/>
              <a:t>message d’erreur</a:t>
            </a:r>
            <a:r>
              <a:rPr lang="fr-FR" sz="1400" dirty="0"/>
              <a:t> doit mentionner l’</a:t>
            </a:r>
            <a:r>
              <a:rPr lang="fr-FR" sz="1400" b="1" dirty="0"/>
              <a:t>identifiant du marché</a:t>
            </a:r>
            <a:r>
              <a:rPr lang="fr-FR" sz="1400" dirty="0"/>
              <a:t> ou du </a:t>
            </a:r>
            <a:r>
              <a:rPr lang="fr-FR" sz="1400" b="1" dirty="0"/>
              <a:t>contrat de concession</a:t>
            </a:r>
            <a:r>
              <a:rPr lang="fr-FR" sz="1400" dirty="0"/>
              <a:t> concerné.</a:t>
            </a:r>
          </a:p>
        </p:txBody>
      </p:sp>
    </p:spTree>
    <p:extLst>
      <p:ext uri="{BB962C8B-B14F-4D97-AF65-F5344CB8AC3E}">
        <p14:creationId xmlns:p14="http://schemas.microsoft.com/office/powerpoint/2010/main" val="3282995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DFC9A-0577-DDA2-658A-3F3290655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09326-A0CE-0CEF-A430-24A7269D4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Agence pour l’informatique financière de l’État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1C6ED-E5E6-1491-CDE1-C43115CB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EE8727-DA4F-AACD-D425-8C82E0D9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12/110/2025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8B9C7CF0-F194-272F-74B5-192505057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161870"/>
              </p:ext>
            </p:extLst>
          </p:nvPr>
        </p:nvGraphicFramePr>
        <p:xfrm>
          <a:off x="101600" y="1792610"/>
          <a:ext cx="11988800" cy="392720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7319">
                  <a:extLst>
                    <a:ext uri="{9D8B030D-6E8A-4147-A177-3AD203B41FA5}">
                      <a16:colId xmlns:a16="http://schemas.microsoft.com/office/drawing/2014/main" val="190828904"/>
                    </a:ext>
                  </a:extLst>
                </a:gridCol>
                <a:gridCol w="2368338">
                  <a:extLst>
                    <a:ext uri="{9D8B030D-6E8A-4147-A177-3AD203B41FA5}">
                      <a16:colId xmlns:a16="http://schemas.microsoft.com/office/drawing/2014/main" val="642129661"/>
                    </a:ext>
                  </a:extLst>
                </a:gridCol>
                <a:gridCol w="2390936">
                  <a:extLst>
                    <a:ext uri="{9D8B030D-6E8A-4147-A177-3AD203B41FA5}">
                      <a16:colId xmlns:a16="http://schemas.microsoft.com/office/drawing/2014/main" val="3011515644"/>
                    </a:ext>
                  </a:extLst>
                </a:gridCol>
                <a:gridCol w="2024069">
                  <a:extLst>
                    <a:ext uri="{9D8B030D-6E8A-4147-A177-3AD203B41FA5}">
                      <a16:colId xmlns:a16="http://schemas.microsoft.com/office/drawing/2014/main" val="61794805"/>
                    </a:ext>
                  </a:extLst>
                </a:gridCol>
                <a:gridCol w="2024069">
                  <a:extLst>
                    <a:ext uri="{9D8B030D-6E8A-4147-A177-3AD203B41FA5}">
                      <a16:colId xmlns:a16="http://schemas.microsoft.com/office/drawing/2014/main" val="1615778106"/>
                    </a:ext>
                  </a:extLst>
                </a:gridCol>
                <a:gridCol w="2024069">
                  <a:extLst>
                    <a:ext uri="{9D8B030D-6E8A-4147-A177-3AD203B41FA5}">
                      <a16:colId xmlns:a16="http://schemas.microsoft.com/office/drawing/2014/main" val="3454447945"/>
                    </a:ext>
                  </a:extLst>
                </a:gridCol>
              </a:tblGrid>
              <a:tr h="35065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ID Test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Contexte</a:t>
                      </a: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Données d’entrée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fr-FR" sz="1200" b="1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Valeurs testées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Attendu 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Démo du 12/11/2025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fr-FR" sz="1200" b="1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132833"/>
                  </a:ext>
                </a:extLst>
              </a:tr>
              <a:tr h="358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TC_RG_POST_3_01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sousTraitanceDeclaree</a:t>
                      </a:r>
                      <a:r>
                        <a:rPr lang="fr-FR" sz="1200" b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= </a:t>
                      </a:r>
                      <a:r>
                        <a:rPr lang="fr-FR" sz="1200" dirty="0" err="1"/>
                        <a:t>true</a:t>
                      </a: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actesSousTraitance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présent et complet 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Tous champs valides 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✅ 200 OK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022907"/>
                  </a:ext>
                </a:extLst>
              </a:tr>
              <a:tr h="358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TC_RG_POST_3_02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sousTraitanceDeclaree</a:t>
                      </a:r>
                      <a:r>
                        <a:rPr lang="fr-FR" sz="1200" b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= </a:t>
                      </a: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true</a:t>
                      </a: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actesSousTraitance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fr-FR" sz="1200" dirty="0"/>
                        <a:t>absent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Aucun tableau fourni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❌ 400 </a:t>
                      </a:r>
                    </a:p>
                    <a:p>
                      <a:pPr>
                        <a:buNone/>
                      </a:pPr>
                      <a:r>
                        <a:rPr lang="fr-FR" sz="1200" dirty="0"/>
                        <a:t>Le flux rejeté avec le message  "Le tableau  </a:t>
                      </a:r>
                      <a:r>
                        <a:rPr lang="fr-FR" sz="1200" dirty="0" err="1"/>
                        <a:t>actesSousTraitance</a:t>
                      </a:r>
                      <a:r>
                        <a:rPr lang="fr-FR" sz="1200" dirty="0"/>
                        <a:t> doit être présent et contenir au moins un acte"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45596"/>
                  </a:ext>
                </a:extLst>
              </a:tr>
              <a:tr h="35862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TC_RG_POST_3_03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  <a:p>
                      <a:pPr>
                        <a:buNone/>
                      </a:pP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sousTraitanceDeclaree</a:t>
                      </a:r>
                      <a:r>
                        <a:rPr lang="fr-FR" sz="1200" b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= </a:t>
                      </a: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true</a:t>
                      </a:r>
                      <a:endParaRPr lang="fr-FR" sz="1200" dirty="0"/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actesSousTraitance</a:t>
                      </a:r>
                      <a:r>
                        <a:rPr lang="fr-FR" sz="1200" dirty="0"/>
                        <a:t> présent mais incomplet (ex : champ </a:t>
                      </a:r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montant et</a:t>
                      </a:r>
                      <a:r>
                        <a:rPr lang="fr-FR" sz="1200" dirty="0"/>
                        <a:t> </a:t>
                      </a:r>
                      <a:r>
                        <a:rPr lang="fr-FR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datePublicationDonnees</a:t>
                      </a:r>
                      <a:r>
                        <a:rPr lang="fr-FR" sz="1200" dirty="0"/>
                        <a:t> manquant)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Champs manquants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❌ </a:t>
                      </a:r>
                      <a:r>
                        <a:rPr lang="fr-FR" sz="1200" b="1" dirty="0"/>
                        <a:t>400</a:t>
                      </a:r>
                      <a:endParaRPr lang="fr-FR" sz="1200" dirty="0"/>
                    </a:p>
                    <a:p>
                      <a:pPr>
                        <a:buNone/>
                      </a:pPr>
                      <a:r>
                        <a:rPr lang="fr-FR" sz="1200" dirty="0"/>
                        <a:t>Le flux rejeté avec le message  "</a:t>
                      </a:r>
                      <a:r>
                        <a:rPr lang="fr-FR" sz="1200" i="1" dirty="0"/>
                        <a:t>Pour l’acte de sous-traitance d’identifiant [id], les champs suivants sont manquants : [liste]. </a:t>
                      </a:r>
                      <a:r>
                        <a:rPr lang="fr-FR" sz="1200" dirty="0"/>
                        <a:t>"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710686"/>
                  </a:ext>
                </a:extLst>
              </a:tr>
              <a:tr h="645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TC_RG_POST_3_04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sousTraitanceDeclaree</a:t>
                      </a:r>
                      <a:r>
                        <a:rPr lang="fr-FR" sz="1200" b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= </a:t>
                      </a:r>
                      <a:r>
                        <a:rPr lang="fr-FR" sz="1200" dirty="0" err="1"/>
                        <a:t>true</a:t>
                      </a: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actesSousTraitance</a:t>
                      </a:r>
                      <a:r>
                        <a:rPr lang="fr-FR" sz="1200" b="1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présent avec </a:t>
                      </a:r>
                      <a:r>
                        <a:rPr lang="fr-FR" sz="1200" dirty="0" err="1">
                          <a:solidFill>
                            <a:schemeClr val="tx1"/>
                          </a:solidFill>
                        </a:rPr>
                        <a:t>dateNotification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invalide 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Format ≠ AAAA-MM-JJ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❌ 400 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375226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9ABD64C7-420C-1CE1-AAF1-EDA1833BE10E}"/>
              </a:ext>
            </a:extLst>
          </p:cNvPr>
          <p:cNvSpPr txBox="1"/>
          <p:nvPr/>
        </p:nvSpPr>
        <p:spPr>
          <a:xfrm>
            <a:off x="480000" y="729188"/>
            <a:ext cx="11054775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fr-FR" sz="1200" b="1" dirty="0"/>
              <a:t>RG_POST_3 : </a:t>
            </a:r>
            <a:r>
              <a:rPr lang="fr-FR" sz="1200" dirty="0"/>
              <a:t>Validation de la sous-traitance déclarée</a:t>
            </a:r>
          </a:p>
          <a:p>
            <a:pPr>
              <a:lnSpc>
                <a:spcPts val="1350"/>
              </a:lnSpc>
            </a:pPr>
            <a:endParaRPr lang="fr-FR" sz="1200" b="0" i="0" u="none" strike="noStrike" noProof="0" dirty="0">
              <a:solidFill>
                <a:srgbClr val="FF0000"/>
              </a:solidFill>
              <a:effectLst/>
            </a:endParaRPr>
          </a:p>
          <a:p>
            <a:pPr>
              <a:lnSpc>
                <a:spcPts val="1350"/>
              </a:lnSpc>
            </a:pPr>
            <a:r>
              <a:rPr lang="fr-FR" sz="1200" dirty="0"/>
              <a:t>Si le champ </a:t>
            </a:r>
            <a:r>
              <a:rPr lang="fr-FR" sz="1200" dirty="0" err="1"/>
              <a:t>sousTraitanceDeclaree</a:t>
            </a:r>
            <a:r>
              <a:rPr lang="fr-FR" sz="1200" dirty="0"/>
              <a:t> est à </a:t>
            </a:r>
            <a:r>
              <a:rPr lang="fr-FR" sz="1200" dirty="0" err="1"/>
              <a:t>true</a:t>
            </a:r>
            <a:r>
              <a:rPr lang="fr-FR" sz="1200" dirty="0"/>
              <a:t>, le tableau </a:t>
            </a:r>
            <a:r>
              <a:rPr lang="fr-FR" sz="1200" dirty="0" err="1"/>
              <a:t>actesSousTraitance</a:t>
            </a:r>
            <a:r>
              <a:rPr lang="fr-FR" sz="1200" dirty="0"/>
              <a:t>[] doit être présent et contenir au moins un acte.</a:t>
            </a:r>
            <a:br>
              <a:rPr lang="fr-FR" sz="1200" dirty="0"/>
            </a:br>
            <a:r>
              <a:rPr lang="fr-FR" sz="1200" dirty="0"/>
              <a:t>Chaque acte de sous-traitance doit inclure l’ensemble des données obligatoires nécessaires à sa description.</a:t>
            </a:r>
            <a:endParaRPr lang="fr-FR" sz="1200" b="0" i="0" u="none" strike="noStrike" noProof="0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F8707E6-D642-D8EA-8BB9-2AB357A69108}"/>
              </a:ext>
            </a:extLst>
          </p:cNvPr>
          <p:cNvSpPr txBox="1"/>
          <p:nvPr/>
        </p:nvSpPr>
        <p:spPr>
          <a:xfrm>
            <a:off x="269144" y="5787298"/>
            <a:ext cx="11653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En cas d’erreur lors de la transmission d’une donnée essentielle (marché public ou contrat de concession), le </a:t>
            </a:r>
            <a:r>
              <a:rPr lang="fr-FR" sz="1400" b="1" dirty="0"/>
              <a:t>message d’erreur</a:t>
            </a:r>
            <a:r>
              <a:rPr lang="fr-FR" sz="1400" dirty="0"/>
              <a:t> doit mentionner l’</a:t>
            </a:r>
            <a:r>
              <a:rPr lang="fr-FR" sz="1400" b="1" dirty="0"/>
              <a:t>identifiant du marché</a:t>
            </a:r>
            <a:r>
              <a:rPr lang="fr-FR" sz="1400" dirty="0"/>
              <a:t> ou du </a:t>
            </a:r>
            <a:r>
              <a:rPr lang="fr-FR" sz="1400" b="1" dirty="0"/>
              <a:t>contrat de concession</a:t>
            </a:r>
            <a:r>
              <a:rPr lang="fr-FR" sz="1400" dirty="0"/>
              <a:t> concerné.</a:t>
            </a:r>
          </a:p>
        </p:txBody>
      </p:sp>
    </p:spTree>
    <p:extLst>
      <p:ext uri="{BB962C8B-B14F-4D97-AF65-F5344CB8AC3E}">
        <p14:creationId xmlns:p14="http://schemas.microsoft.com/office/powerpoint/2010/main" val="170811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3C2E-BCA4-0F51-0F64-E8D79EA3B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3F635-A965-6FAC-B440-76A163FE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Agence pour l’informatique financière de l’État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785C6-E633-EA24-FB9C-A5A0B409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486E654-8C42-BFF4-9DF6-B5A5A45B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dirty="0"/>
              <a:t>12//11/2025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16A5BF84-3A9A-B193-304A-54C656F85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247428"/>
              </p:ext>
            </p:extLst>
          </p:nvPr>
        </p:nvGraphicFramePr>
        <p:xfrm>
          <a:off x="101601" y="2528662"/>
          <a:ext cx="11988799" cy="136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57319">
                  <a:extLst>
                    <a:ext uri="{9D8B030D-6E8A-4147-A177-3AD203B41FA5}">
                      <a16:colId xmlns:a16="http://schemas.microsoft.com/office/drawing/2014/main" val="190828904"/>
                    </a:ext>
                  </a:extLst>
                </a:gridCol>
                <a:gridCol w="3107248">
                  <a:extLst>
                    <a:ext uri="{9D8B030D-6E8A-4147-A177-3AD203B41FA5}">
                      <a16:colId xmlns:a16="http://schemas.microsoft.com/office/drawing/2014/main" val="642129661"/>
                    </a:ext>
                  </a:extLst>
                </a:gridCol>
                <a:gridCol w="1773384">
                  <a:extLst>
                    <a:ext uri="{9D8B030D-6E8A-4147-A177-3AD203B41FA5}">
                      <a16:colId xmlns:a16="http://schemas.microsoft.com/office/drawing/2014/main" val="3011515644"/>
                    </a:ext>
                  </a:extLst>
                </a:gridCol>
                <a:gridCol w="1902710">
                  <a:extLst>
                    <a:ext uri="{9D8B030D-6E8A-4147-A177-3AD203B41FA5}">
                      <a16:colId xmlns:a16="http://schemas.microsoft.com/office/drawing/2014/main" val="61794805"/>
                    </a:ext>
                  </a:extLst>
                </a:gridCol>
                <a:gridCol w="2024069">
                  <a:extLst>
                    <a:ext uri="{9D8B030D-6E8A-4147-A177-3AD203B41FA5}">
                      <a16:colId xmlns:a16="http://schemas.microsoft.com/office/drawing/2014/main" val="1615778106"/>
                    </a:ext>
                  </a:extLst>
                </a:gridCol>
                <a:gridCol w="2024069">
                  <a:extLst>
                    <a:ext uri="{9D8B030D-6E8A-4147-A177-3AD203B41FA5}">
                      <a16:colId xmlns:a16="http://schemas.microsoft.com/office/drawing/2014/main" val="2355516014"/>
                    </a:ext>
                  </a:extLst>
                </a:gridCol>
              </a:tblGrid>
              <a:tr h="35065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ID Test</a:t>
                      </a: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Contexte</a:t>
                      </a: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Données d’entrée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fr-FR" sz="1200" b="1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Valeurs testées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Attendu </a:t>
                      </a: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Démo du 12/11/2025</a:t>
                      </a:r>
                    </a:p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endParaRPr lang="fr-FR" sz="1200" b="1" dirty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132833"/>
                  </a:ext>
                </a:extLst>
              </a:tr>
              <a:tr h="358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TC_RG_POST_4_01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Les deux champs présents, </a:t>
                      </a: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origineFrance</a:t>
                      </a:r>
                      <a:r>
                        <a:rPr lang="fr-FR" sz="1200" b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&lt; </a:t>
                      </a:r>
                      <a:r>
                        <a:rPr lang="fr-FR" sz="1200" b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origineUE</a:t>
                      </a: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origineFrance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= 5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fr-F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origineUE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= 12</a:t>
                      </a:r>
                    </a:p>
                  </a:txBody>
                  <a:tcPr marL="7620" marR="7620" marT="7620" marB="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5 &lt; 12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✅ 200 OK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022907"/>
                  </a:ext>
                </a:extLst>
              </a:tr>
              <a:tr h="358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>
                          <a:solidFill>
                            <a:schemeClr val="bg1"/>
                          </a:solidFill>
                        </a:rPr>
                        <a:t>TC_RG_POST_4_02</a:t>
                      </a:r>
                      <a:endParaRPr lang="fr-FR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Les deux champs présents, </a:t>
                      </a:r>
                      <a:r>
                        <a:rPr lang="fr-F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origineFrance</a:t>
                      </a: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&gt; </a:t>
                      </a:r>
                      <a:r>
                        <a:rPr lang="fr-F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origineUE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origineFrance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= 15</a:t>
                      </a: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, </a:t>
                      </a:r>
                      <a:r>
                        <a:rPr lang="fr-F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origineUE</a:t>
                      </a: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= 10</a:t>
                      </a:r>
                    </a:p>
                  </a:txBody>
                  <a:tcPr marL="7620" marR="7620" marT="7620" marB="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 &gt; 10</a:t>
                      </a:r>
                    </a:p>
                  </a:txBody>
                  <a:tcPr marL="7620" marR="7620" marT="7620" marB="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❌ 400 </a:t>
                      </a:r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/>
                        <a:t>Validée par la DAJ </a:t>
                      </a:r>
                    </a:p>
                    <a:p>
                      <a:pPr>
                        <a:buNone/>
                      </a:pPr>
                      <a:endParaRPr lang="fr-FR" sz="1200" dirty="0"/>
                    </a:p>
                  </a:txBody>
                  <a:tcPr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45596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26F5F486-7CCA-1CE3-C0C4-751709C9F79E}"/>
              </a:ext>
            </a:extLst>
          </p:cNvPr>
          <p:cNvSpPr txBox="1"/>
          <p:nvPr/>
        </p:nvSpPr>
        <p:spPr>
          <a:xfrm>
            <a:off x="480000" y="982132"/>
            <a:ext cx="11054775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</a:pPr>
            <a:r>
              <a:rPr lang="fr-FR" sz="1200" b="1" dirty="0"/>
              <a:t>RG_POST_4 :</a:t>
            </a:r>
          </a:p>
          <a:p>
            <a:pPr>
              <a:lnSpc>
                <a:spcPts val="1350"/>
              </a:lnSpc>
            </a:pPr>
            <a:endParaRPr lang="fr-FR" sz="1200" b="0" i="0" u="none" strike="noStrike" noProof="0" dirty="0">
              <a:solidFill>
                <a:srgbClr val="FF0000"/>
              </a:solidFill>
              <a:effectLst/>
            </a:endParaRPr>
          </a:p>
          <a:p>
            <a:pPr lvl="0"/>
            <a:r>
              <a:rPr lang="fr-FR" sz="1200" dirty="0"/>
              <a:t>Lorsque les champs </a:t>
            </a:r>
            <a:r>
              <a:rPr lang="fr-FR" sz="1200" dirty="0" err="1"/>
              <a:t>origineFrance</a:t>
            </a:r>
            <a:r>
              <a:rPr lang="fr-FR" sz="1200" dirty="0"/>
              <a:t> et </a:t>
            </a:r>
            <a:r>
              <a:rPr lang="fr-FR" sz="1200" dirty="0" err="1"/>
              <a:t>origineUE</a:t>
            </a:r>
            <a:r>
              <a:rPr lang="fr-FR" sz="1200" dirty="0"/>
              <a:t> sont tous deux renseignés et conformes au format attendu, la valeur du champ </a:t>
            </a:r>
            <a:r>
              <a:rPr lang="fr-FR" sz="1200" dirty="0" err="1"/>
              <a:t>origineFrance</a:t>
            </a:r>
            <a:r>
              <a:rPr lang="fr-FR" sz="1200" dirty="0"/>
              <a:t> doit être inférieure à celle du champ </a:t>
            </a:r>
            <a:r>
              <a:rPr lang="fr-FR" sz="1200" dirty="0" err="1"/>
              <a:t>origineUE</a:t>
            </a:r>
            <a:r>
              <a:rPr lang="fr-FR" sz="1200" dirty="0"/>
              <a:t>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CDF9BE7-0750-EA88-5E10-C2833657DEF7}"/>
              </a:ext>
            </a:extLst>
          </p:cNvPr>
          <p:cNvSpPr txBox="1"/>
          <p:nvPr/>
        </p:nvSpPr>
        <p:spPr>
          <a:xfrm>
            <a:off x="269144" y="4426806"/>
            <a:ext cx="116537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En cas d’erreur lors de la transmission d’une donnée essentielle (marché public ou contrat de concession), le </a:t>
            </a:r>
            <a:r>
              <a:rPr lang="fr-FR" sz="1400" b="1" dirty="0"/>
              <a:t>message d’erreur</a:t>
            </a:r>
            <a:r>
              <a:rPr lang="fr-FR" sz="1400" dirty="0"/>
              <a:t> doit mentionner l’</a:t>
            </a:r>
            <a:r>
              <a:rPr lang="fr-FR" sz="1400" b="1" dirty="0"/>
              <a:t>identifiant du marché</a:t>
            </a:r>
            <a:r>
              <a:rPr lang="fr-FR" sz="1400" dirty="0"/>
              <a:t> ou du </a:t>
            </a:r>
            <a:r>
              <a:rPr lang="fr-FR" sz="1400" b="1" dirty="0"/>
              <a:t>contrat de concession</a:t>
            </a:r>
            <a:r>
              <a:rPr lang="fr-FR" sz="1400" dirty="0"/>
              <a:t> concerné.</a:t>
            </a:r>
          </a:p>
        </p:txBody>
      </p:sp>
    </p:spTree>
    <p:extLst>
      <p:ext uri="{BB962C8B-B14F-4D97-AF65-F5344CB8AC3E}">
        <p14:creationId xmlns:p14="http://schemas.microsoft.com/office/powerpoint/2010/main" val="268945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83AF0-FF88-6131-40E9-66CB5DD4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46" y="148855"/>
            <a:ext cx="10829703" cy="498694"/>
          </a:xfrm>
        </p:spPr>
        <p:txBody>
          <a:bodyPr/>
          <a:lstStyle/>
          <a:p>
            <a:r>
              <a:rPr lang="fr-FR" sz="2400" cap="small" dirty="0">
                <a:solidFill>
                  <a:srgbClr val="2D2C4A"/>
                </a:solidFill>
                <a:ea typeface="+mj-lt"/>
                <a:cs typeface="+mj-lt"/>
              </a:rPr>
              <a:t>II. Règles de gestion de mise à jour de l’</a:t>
            </a:r>
            <a:r>
              <a:rPr lang="fr-FR" sz="2400" cap="small" dirty="0">
                <a:solidFill>
                  <a:prstClr val="black">
                    <a:lumMod val="75000"/>
                    <a:lumOff val="25000"/>
                  </a:prstClr>
                </a:solidFill>
                <a:ea typeface="Open Sans"/>
                <a:cs typeface="Open Sans"/>
              </a:rPr>
              <a:t> API DECP</a:t>
            </a:r>
            <a:endParaRPr lang="fr-FR" sz="240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FED46E8-592E-2A77-178D-CB2AD38C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Agence pour l’informatique financière de l’État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DA55C6-30E5-E87A-C7CF-2993CFF9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B891EC-476B-79FE-3C9A-4CD2DFBFD0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357" y="1052624"/>
            <a:ext cx="11376643" cy="399562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1 – Contrôle de conformité des données (RG_PUT_1 )</a:t>
            </a:r>
          </a:p>
          <a:p>
            <a:pPr marL="0" indent="0">
              <a:buNone/>
            </a:pPr>
            <a:r>
              <a:rPr lang="fr-FR" b="0" dirty="0"/>
              <a:t>→ Vérifie le respect du format et la présence des champs obligatoires.</a:t>
            </a:r>
          </a:p>
          <a:p>
            <a:pPr marL="0" indent="0">
              <a:buNone/>
            </a:pPr>
            <a:r>
              <a:rPr lang="fr-FR" b="0" dirty="0"/>
              <a:t>Si une ou plusieurs données sont manquantes ou non conformes, le flux est rejeté (Erreur 400).</a:t>
            </a:r>
          </a:p>
          <a:p>
            <a:pPr marL="0" indent="0">
              <a:buNone/>
            </a:pPr>
            <a:r>
              <a:rPr lang="fr-FR" dirty="0"/>
              <a:t>2 – Existence de la donnée (RG_PUT_2 )</a:t>
            </a:r>
          </a:p>
          <a:p>
            <a:pPr marL="0" indent="0">
              <a:buNone/>
            </a:pPr>
            <a:r>
              <a:rPr lang="fr-FR" b="0" dirty="0"/>
              <a:t>→ Si la donnée à modifier n’existe pas en base de données, le flux est rejeté (Erreur 400).</a:t>
            </a:r>
          </a:p>
          <a:p>
            <a:pPr marL="0" indent="0">
              <a:buNone/>
            </a:pPr>
            <a:r>
              <a:rPr lang="fr-FR" dirty="0"/>
              <a:t>3 – Présence d’un avenant (RG_PUT_3)</a:t>
            </a:r>
          </a:p>
          <a:p>
            <a:pPr marL="0" indent="0">
              <a:buNone/>
            </a:pPr>
            <a:r>
              <a:rPr lang="fr-FR" b="0" dirty="0"/>
              <a:t>→ Aucune modification directe n’est autorisée, sauf dans le cadre d’un avenant ou d’un acte de sous-traitance.</a:t>
            </a:r>
          </a:p>
          <a:p>
            <a:pPr marL="0" indent="0">
              <a:buNone/>
            </a:pPr>
            <a:endParaRPr lang="fr-FR" b="0" dirty="0"/>
          </a:p>
          <a:p>
            <a:pPr marL="0" indent="0">
              <a:buNone/>
            </a:pPr>
            <a:br>
              <a:rPr lang="fr-FR" b="0" dirty="0"/>
            </a:br>
            <a:endParaRPr lang="fr-FR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7378A5D2-94E1-6111-C919-4F827FA84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8E285EBD-3270-46D7-B44C-BC01E9FB5F03}" type="datetime1">
              <a:rPr lang="fr-FR" cap="all" smtClean="0"/>
              <a:pPr algn="r"/>
              <a:t>12/11/2025</a:t>
            </a:fld>
            <a:endParaRPr lang="fr-FR" cap="all"/>
          </a:p>
        </p:txBody>
      </p:sp>
    </p:spTree>
    <p:extLst>
      <p:ext uri="{BB962C8B-B14F-4D97-AF65-F5344CB8AC3E}">
        <p14:creationId xmlns:p14="http://schemas.microsoft.com/office/powerpoint/2010/main" val="320902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2F484D-23BE-7C5D-B29C-28ED7474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Agence pour l’informatique financière de l’État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C96C1C-9057-F3FA-5B91-5A0D4DF1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429846B-4AA6-220C-A837-C12BBB84E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0922" y="901469"/>
            <a:ext cx="11376643" cy="432048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4 – Gestion de la sous-traitance déclarée (RG_PUT_5 )</a:t>
            </a:r>
          </a:p>
          <a:p>
            <a:pPr marL="0" indent="0">
              <a:buNone/>
            </a:pPr>
            <a:r>
              <a:rPr lang="fr-FR" dirty="0"/>
              <a:t>Cas 1 : Un ou plusieurs actes de sous-traitance existent déjà en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 err="1"/>
              <a:t>sousTraitanceDeclaree</a:t>
            </a:r>
            <a:r>
              <a:rPr lang="fr-FR" b="0" dirty="0"/>
              <a:t> doit être à </a:t>
            </a:r>
            <a:r>
              <a:rPr lang="fr-FR" b="0" dirty="0" err="1"/>
              <a:t>true</a:t>
            </a:r>
            <a:endParaRPr lang="fr-FR" b="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/>
              <a:t>Le tableau </a:t>
            </a:r>
            <a:r>
              <a:rPr lang="fr-FR" b="0" dirty="0" err="1"/>
              <a:t>actesSousTraitance</a:t>
            </a:r>
            <a:r>
              <a:rPr lang="fr-FR" b="0" dirty="0"/>
              <a:t>[] peut être vide (aucun nouvel acte à transmettre)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/>
              <a:t>Si </a:t>
            </a:r>
            <a:r>
              <a:rPr lang="fr-FR" b="0" dirty="0" err="1"/>
              <a:t>sousTraitanceDeclaree</a:t>
            </a:r>
            <a:r>
              <a:rPr lang="fr-FR" b="0" dirty="0"/>
              <a:t> = false → flux rejeté</a:t>
            </a:r>
          </a:p>
          <a:p>
            <a:pPr marL="0" indent="0">
              <a:buNone/>
            </a:pPr>
            <a:r>
              <a:rPr lang="fr-FR" dirty="0"/>
              <a:t>Cas 2 : Aucun acte de sous-traitance n’existe en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/>
              <a:t>Si </a:t>
            </a:r>
            <a:r>
              <a:rPr lang="fr-FR" b="0" dirty="0" err="1"/>
              <a:t>sousTraitanceDeclaree</a:t>
            </a:r>
            <a:r>
              <a:rPr lang="fr-FR" b="0" dirty="0"/>
              <a:t> = false → tableau peut être vide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/>
              <a:t>Si </a:t>
            </a:r>
            <a:r>
              <a:rPr lang="fr-FR" b="0" dirty="0" err="1"/>
              <a:t>sousTraitanceDeclaree</a:t>
            </a:r>
            <a:r>
              <a:rPr lang="fr-FR" b="0" dirty="0"/>
              <a:t> = </a:t>
            </a:r>
            <a:r>
              <a:rPr lang="fr-FR" b="0" dirty="0" err="1"/>
              <a:t>true</a:t>
            </a:r>
            <a:r>
              <a:rPr lang="fr-FR" b="0" dirty="0"/>
              <a:t> → tableau obligatoire avec au moins un acte complet</a:t>
            </a:r>
          </a:p>
          <a:p>
            <a:pPr marL="0" indent="0">
              <a:buNone/>
            </a:pPr>
            <a:r>
              <a:rPr lang="fr-FR" dirty="0"/>
              <a:t>5 – Acte modificatif de sous-traitance (RG_PUT_7)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/>
              <a:t>L’ID de l’acte de sous-traitance à modifier doit exister en 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/>
              <a:t> En cas contraire, le flux est rejeté (Erreur 400).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C6FF37A7-0F3B-77C5-F6A4-FA00D2C8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8E285EBD-3270-46D7-B44C-BC01E9FB5F03}" type="datetime1">
              <a:rPr lang="fr-FR" cap="all" smtClean="0"/>
              <a:pPr algn="r"/>
              <a:t>13/11/2025</a:t>
            </a:fld>
            <a:endParaRPr lang="fr-FR" cap="all"/>
          </a:p>
        </p:txBody>
      </p:sp>
    </p:spTree>
    <p:extLst>
      <p:ext uri="{BB962C8B-B14F-4D97-AF65-F5344CB8AC3E}">
        <p14:creationId xmlns:p14="http://schemas.microsoft.com/office/powerpoint/2010/main" val="17183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2F5BD-240E-943A-0249-9D9D8928C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III. Présentation du format et de la structure des données validées (standard JSON DAJ)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FB2EED-5A64-EF04-2FB7-0660AF34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Agence pour l’informatique financière de l’État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5D1699-B1FC-2D1F-1B08-8DCDF6A9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2623AC53-926A-8E91-83D5-F3CAFD8A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8E285EBD-3270-46D7-B44C-BC01E9FB5F03}" type="datetime1">
              <a:rPr lang="fr-FR" cap="all" smtClean="0"/>
              <a:pPr algn="r"/>
              <a:t>12/11/2025</a:t>
            </a:fld>
            <a:endParaRPr lang="fr-FR" cap="all"/>
          </a:p>
        </p:txBody>
      </p:sp>
    </p:spTree>
    <p:extLst>
      <p:ext uri="{BB962C8B-B14F-4D97-AF65-F5344CB8AC3E}">
        <p14:creationId xmlns:p14="http://schemas.microsoft.com/office/powerpoint/2010/main" val="246653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6F974D-E13F-9720-F3E7-403CDCCB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Questions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FAF8F5-4B37-73A5-1A93-0616EA13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Agence pour l’informatique financière de l’État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B28C7B-C623-E417-C388-8B22DA93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B6C9D7A-3D36-859C-B2D9-29F1FBAA87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356" y="1508787"/>
            <a:ext cx="11376643" cy="2038317"/>
          </a:xfrm>
        </p:spPr>
        <p:txBody>
          <a:bodyPr/>
          <a:lstStyle/>
          <a:p>
            <a:r>
              <a:rPr lang="fr-FR" dirty="0"/>
              <a:t>Quel est le délai de mise à jour à appliquer après la notification ou la signature du contrat avant de bloquer les modifications ? </a:t>
            </a:r>
          </a:p>
          <a:p>
            <a:pPr marL="0" indent="0">
              <a:buNone/>
            </a:pPr>
            <a:r>
              <a:rPr lang="fr-FR" b="0" dirty="0">
                <a:sym typeface="Wingdings" panose="05000000000000000000" pitchFamily="2" charset="2"/>
              </a:rPr>
              <a:t> </a:t>
            </a:r>
            <a:r>
              <a:rPr lang="fr-FR" b="0" dirty="0"/>
              <a:t>Aucun délai de blocage n’est actuellement appliqué.</a:t>
            </a:r>
            <a:br>
              <a:rPr lang="fr-FR" b="0" dirty="0"/>
            </a:br>
            <a:r>
              <a:rPr lang="fr-FR" b="0" dirty="0"/>
              <a:t>Les mises à jour d’une donnée essentielle restent possibles à tout moment.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02271F5F-F2E8-B969-DDA1-8918C233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8E285EBD-3270-46D7-B44C-BC01E9FB5F03}" type="datetime1">
              <a:rPr lang="fr-FR" cap="all" smtClean="0"/>
              <a:pPr algn="r"/>
              <a:t>12/11/2025</a:t>
            </a:fld>
            <a:endParaRPr lang="fr-FR" cap="all"/>
          </a:p>
        </p:txBody>
      </p:sp>
    </p:spTree>
    <p:extLst>
      <p:ext uri="{BB962C8B-B14F-4D97-AF65-F5344CB8AC3E}">
        <p14:creationId xmlns:p14="http://schemas.microsoft.com/office/powerpoint/2010/main" val="1265725917"/>
      </p:ext>
    </p:extLst>
  </p:cSld>
  <p:clrMapOvr>
    <a:masterClrMapping/>
  </p:clrMapOvr>
</p:sld>
</file>

<file path=ppt/theme/theme1.xml><?xml version="1.0" encoding="utf-8"?>
<a:theme xmlns:a="http://schemas.openxmlformats.org/drawingml/2006/main" name="OPEN">
  <a:themeElements>
    <a:clrScheme name="OPEN PPT">
      <a:dk1>
        <a:sysClr val="windowText" lastClr="000000"/>
      </a:dk1>
      <a:lt1>
        <a:sysClr val="window" lastClr="FFFFFF"/>
      </a:lt1>
      <a:dk2>
        <a:srgbClr val="3C3C3B"/>
      </a:dk2>
      <a:lt2>
        <a:srgbClr val="0000DC"/>
      </a:lt2>
      <a:accent1>
        <a:srgbClr val="4CC7EE"/>
      </a:accent1>
      <a:accent2>
        <a:srgbClr val="1B2CCC"/>
      </a:accent2>
      <a:accent3>
        <a:srgbClr val="FF2D5E"/>
      </a:accent3>
      <a:accent4>
        <a:srgbClr val="720CC1"/>
      </a:accent4>
      <a:accent5>
        <a:srgbClr val="BC19AD"/>
      </a:accent5>
      <a:accent6>
        <a:srgbClr val="00008C"/>
      </a:accent6>
      <a:hlink>
        <a:srgbClr val="000000"/>
      </a:hlink>
      <a:folHlink>
        <a:srgbClr val="000000"/>
      </a:folHlink>
    </a:clrScheme>
    <a:fontScheme name="Montserrat SemiBold / Montserrat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" id="{1F49E1A3-7309-4C7C-822F-C78DA6CF9DBC}" vid="{11DE60C0-2F56-428E-912F-3E3C93139DB2}"/>
    </a:ext>
  </a:extLst>
</a:theme>
</file>

<file path=ppt/theme/theme2.xml><?xml version="1.0" encoding="utf-8"?>
<a:theme xmlns:a="http://schemas.openxmlformats.org/drawingml/2006/main" name="2_MINISTÈRIEL">
  <a:themeElements>
    <a:clrScheme name="AIFE2020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467A0"/>
      </a:accent1>
      <a:accent2>
        <a:srgbClr val="464C70"/>
      </a:accent2>
      <a:accent3>
        <a:srgbClr val="45615C"/>
      </a:accent3>
      <a:accent4>
        <a:srgbClr val="099E67"/>
      </a:accent4>
      <a:accent5>
        <a:srgbClr val="00AD90"/>
      </a:accent5>
      <a:accent6>
        <a:srgbClr val="ED6C51"/>
      </a:accent6>
      <a:hlink>
        <a:srgbClr val="0563C1"/>
      </a:hlink>
      <a:folHlink>
        <a:srgbClr val="954F72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6ECF0BCEBCBA4ABC702760BB3D87A3" ma:contentTypeVersion="18" ma:contentTypeDescription="Crée un document." ma:contentTypeScope="" ma:versionID="32756431e465875896ab069a5d71757f">
  <xsd:schema xmlns:xsd="http://www.w3.org/2001/XMLSchema" xmlns:xs="http://www.w3.org/2001/XMLSchema" xmlns:p="http://schemas.microsoft.com/office/2006/metadata/properties" xmlns:ns2="c6977195-ac66-4c7b-824b-b5cda7fabdae" xmlns:ns3="758ddac8-33a0-42d9-89a1-29e5e139141f" targetNamespace="http://schemas.microsoft.com/office/2006/metadata/properties" ma:root="true" ma:fieldsID="17330d4c0ae1dea32d57ae5368f5b3da" ns2:_="" ns3:_="">
    <xsd:import namespace="c6977195-ac66-4c7b-824b-b5cda7fabdae"/>
    <xsd:import namespace="758ddac8-33a0-42d9-89a1-29e5e13914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arqu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77195-ac66-4c7b-824b-b5cda7fabd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63935532-91e4-4e48-8452-9ca0144f3a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arque" ma:index="20" nillable="true" ma:displayName="Marque" ma:format="Dropdown" ma:internalName="Marque">
      <xsd:simpleType>
        <xsd:restriction base="dms:Text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ddac8-33a0-42d9-89a1-29e5e139141f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b777ac9-ffc8-4654-8d88-733d9531e0cd}" ma:internalName="TaxCatchAll" ma:showField="CatchAllData" ma:web="758ddac8-33a0-42d9-89a1-29e5e13914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8ddac8-33a0-42d9-89a1-29e5e139141f" xsi:nil="true"/>
    <Marque xmlns="c6977195-ac66-4c7b-824b-b5cda7fabdae" xsi:nil="true"/>
    <lcf76f155ced4ddcb4097134ff3c332f xmlns="c6977195-ac66-4c7b-824b-b5cda7fabda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7C5017-D7BF-4706-A983-FE8A11E9D9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F06BD0-69EB-46E2-9C5E-9B1EEB338EFB}">
  <ds:schemaRefs>
    <ds:schemaRef ds:uri="758ddac8-33a0-42d9-89a1-29e5e139141f"/>
    <ds:schemaRef ds:uri="c6977195-ac66-4c7b-824b-b5cda7fabd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73FE369-87FF-4957-892D-6F8AA12101C9}">
  <ds:schemaRefs>
    <ds:schemaRef ds:uri="758ddac8-33a0-42d9-89a1-29e5e139141f"/>
    <ds:schemaRef ds:uri="8027412b-c9b0-40bc-ab49-0e084faab113"/>
    <ds:schemaRef ds:uri="8ea25a3d-22d6-4d1d-b73d-c75eb8820e32"/>
    <ds:schemaRef ds:uri="aa9cc8cd-5c17-4328-ab84-35158eedddd9"/>
    <ds:schemaRef ds:uri="b4b6c1a8-a46d-4842-aabc-cf7d0e24c251"/>
    <ds:schemaRef ds:uri="c6977195-ac66-4c7b-824b-b5cda7fabda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demo_sprint 1</Template>
  <TotalTime>4301</TotalTime>
  <Words>1170</Words>
  <Application>Microsoft Office PowerPoint</Application>
  <PresentationFormat>Grand écran</PresentationFormat>
  <Paragraphs>184</Paragraphs>
  <Slides>10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10</vt:i4>
      </vt:variant>
    </vt:vector>
  </HeadingPairs>
  <TitlesOfParts>
    <vt:vector size="26" baseType="lpstr">
      <vt:lpstr>Aptos</vt:lpstr>
      <vt:lpstr>Aptos Narrow</vt:lpstr>
      <vt:lpstr>Arial</vt:lpstr>
      <vt:lpstr>Arial Unicode MS</vt:lpstr>
      <vt:lpstr>Calibri</vt:lpstr>
      <vt:lpstr>Marianne</vt:lpstr>
      <vt:lpstr>Montserrat</vt:lpstr>
      <vt:lpstr>Montserrat ExtraBold</vt:lpstr>
      <vt:lpstr>Montserrat Light</vt:lpstr>
      <vt:lpstr>Montserrat SemiBold</vt:lpstr>
      <vt:lpstr>Open Sans</vt:lpstr>
      <vt:lpstr>Tw Cen MT</vt:lpstr>
      <vt:lpstr>Tw Cen MT Condensed Extra Bold</vt:lpstr>
      <vt:lpstr>Wingdings</vt:lpstr>
      <vt:lpstr>OPEN</vt:lpstr>
      <vt:lpstr>2_MINISTÈRIEL</vt:lpstr>
      <vt:lpstr>Présentation PowerPoint</vt:lpstr>
      <vt:lpstr>Sommaire</vt:lpstr>
      <vt:lpstr>Présentation PowerPoint</vt:lpstr>
      <vt:lpstr>i. Transmission de l’ API DECP</vt:lpstr>
      <vt:lpstr>Présentation PowerPoint</vt:lpstr>
      <vt:lpstr>Présentation PowerPoint</vt:lpstr>
      <vt:lpstr>II. Règles de gestion de mise à jour de l’ API DECP</vt:lpstr>
      <vt:lpstr>Présentation PowerPoint</vt:lpstr>
      <vt:lpstr>III. Présentation du format et de la structure des données validées (standard JSON DAJ)</vt:lpstr>
      <vt:lpstr>Questions</vt:lpstr>
    </vt:vector>
  </TitlesOfParts>
  <Manager>OPEN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OPEN</dc:subject>
  <dc:creator>Wassima KHALDI</dc:creator>
  <cp:keywords>T5_ISO_AN07PRD01_Modèle Powerpoint corporate_2023_V1</cp:keywords>
  <cp:lastModifiedBy>Mayssa AMIRI</cp:lastModifiedBy>
  <cp:revision>260</cp:revision>
  <dcterms:created xsi:type="dcterms:W3CDTF">2025-05-12T12:59:26Z</dcterms:created>
  <dcterms:modified xsi:type="dcterms:W3CDTF">2025-11-13T10:46:15Z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df9db-8b10-49ea-948f-f7d79516c205_Enabled">
    <vt:lpwstr>true</vt:lpwstr>
  </property>
  <property fmtid="{D5CDD505-2E9C-101B-9397-08002B2CF9AE}" pid="3" name="MSIP_Label_2a5df9db-8b10-49ea-948f-f7d79516c205_SetDate">
    <vt:lpwstr>2023-05-12T12:57:20Z</vt:lpwstr>
  </property>
  <property fmtid="{D5CDD505-2E9C-101B-9397-08002B2CF9AE}" pid="4" name="MSIP_Label_2a5df9db-8b10-49ea-948f-f7d79516c205_Method">
    <vt:lpwstr>Standard</vt:lpwstr>
  </property>
  <property fmtid="{D5CDD505-2E9C-101B-9397-08002B2CF9AE}" pid="5" name="MSIP_Label_2a5df9db-8b10-49ea-948f-f7d79516c205_Name">
    <vt:lpwstr>Protégé</vt:lpwstr>
  </property>
  <property fmtid="{D5CDD505-2E9C-101B-9397-08002B2CF9AE}" pid="6" name="MSIP_Label_2a5df9db-8b10-49ea-948f-f7d79516c205_SiteId">
    <vt:lpwstr>b8c6ba48-bc56-4139-b267-5a17f287beb1</vt:lpwstr>
  </property>
  <property fmtid="{D5CDD505-2E9C-101B-9397-08002B2CF9AE}" pid="7" name="MSIP_Label_2a5df9db-8b10-49ea-948f-f7d79516c205_ActionId">
    <vt:lpwstr>d9dc3eb8-cd51-4206-be5a-0c6c84b755ec</vt:lpwstr>
  </property>
  <property fmtid="{D5CDD505-2E9C-101B-9397-08002B2CF9AE}" pid="8" name="MSIP_Label_2a5df9db-8b10-49ea-948f-f7d79516c205_ContentBits">
    <vt:lpwstr>0</vt:lpwstr>
  </property>
  <property fmtid="{D5CDD505-2E9C-101B-9397-08002B2CF9AE}" pid="9" name="ContentTypeId">
    <vt:lpwstr>0x010100166ECF0BCEBCBA4ABC702760BB3D87A3</vt:lpwstr>
  </property>
  <property fmtid="{D5CDD505-2E9C-101B-9397-08002B2CF9AE}" pid="10" name="MSIP_Label_b0ef62c4-3584-4fc2-a031-aa5a22cae019_Extended_MSFT_Method">
    <vt:lpwstr>Automatic</vt:lpwstr>
  </property>
  <property fmtid="{D5CDD505-2E9C-101B-9397-08002B2CF9AE}" pid="11" name="MSIP_Label_b0ef62c4-3584-4fc2-a031-aa5a22cae019_Owner">
    <vt:lpwstr>HLO15000@open-groupe.com</vt:lpwstr>
  </property>
  <property fmtid="{D5CDD505-2E9C-101B-9397-08002B2CF9AE}" pid="12" name="MSIP_Label_b0ef62c4-3584-4fc2-a031-aa5a22cae019_Name">
    <vt:lpwstr>Restreint</vt:lpwstr>
  </property>
  <property fmtid="{D5CDD505-2E9C-101B-9397-08002B2CF9AE}" pid="13" name="MSIP_Label_b0ef62c4-3584-4fc2-a031-aa5a22cae019_ActionId">
    <vt:lpwstr>0b86e35e-ba41-4f1b-a991-b413d9f08047</vt:lpwstr>
  </property>
  <property fmtid="{D5CDD505-2E9C-101B-9397-08002B2CF9AE}" pid="14" name="OPN_ID">
    <vt:lpwstr>T5_ISO_AN06PRD01_Modèle Powerpoint_2017_V2</vt:lpwstr>
  </property>
  <property fmtid="{D5CDD505-2E9C-101B-9397-08002B2CF9AE}" pid="15" name="MSIP_Label_b0ef62c4-3584-4fc2-a031-aa5a22cae019_SiteId">
    <vt:lpwstr>b8c6ba48-bc56-4139-b267-5a17f287beb1</vt:lpwstr>
  </property>
  <property fmtid="{D5CDD505-2E9C-101B-9397-08002B2CF9AE}" pid="16" name="MSIP_Label_b0ef62c4-3584-4fc2-a031-aa5a22cae019_Enabled">
    <vt:lpwstr>True</vt:lpwstr>
  </property>
  <property fmtid="{D5CDD505-2E9C-101B-9397-08002B2CF9AE}" pid="17" name="Sensitivity">
    <vt:lpwstr>Restreint</vt:lpwstr>
  </property>
  <property fmtid="{D5CDD505-2E9C-101B-9397-08002B2CF9AE}" pid="18" name="MSIP_Label_b0ef62c4-3584-4fc2-a031-aa5a22cae019_SetDate">
    <vt:lpwstr>2020-11-19T15:17:58.7051405Z</vt:lpwstr>
  </property>
  <property fmtid="{D5CDD505-2E9C-101B-9397-08002B2CF9AE}" pid="19" name="MSIP_Label_b0ef62c4-3584-4fc2-a031-aa5a22cae019_Application">
    <vt:lpwstr>Microsoft Azure Information Protection</vt:lpwstr>
  </property>
  <property fmtid="{D5CDD505-2E9C-101B-9397-08002B2CF9AE}" pid="20" name="MediaServiceImageTags">
    <vt:lpwstr/>
  </property>
  <property fmtid="{D5CDD505-2E9C-101B-9397-08002B2CF9AE}" pid="21" name="LastSaved">
    <vt:filetime>2022-12-16T00:00:00Z</vt:filetime>
  </property>
  <property fmtid="{D5CDD505-2E9C-101B-9397-08002B2CF9AE}" pid="22" name="Creator">
    <vt:lpwstr>Adobe Illustrator 26.1 (Macintosh)</vt:lpwstr>
  </property>
  <property fmtid="{D5CDD505-2E9C-101B-9397-08002B2CF9AE}" pid="23" name="Producer">
    <vt:lpwstr>Adobe PDF library 16.04</vt:lpwstr>
  </property>
  <property fmtid="{D5CDD505-2E9C-101B-9397-08002B2CF9AE}" pid="24" name="Created">
    <vt:filetime>2022-11-25T00:00:00Z</vt:filetime>
  </property>
</Properties>
</file>